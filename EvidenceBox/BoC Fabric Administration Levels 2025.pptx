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6"/>
  </p:sldMasterIdLst>
  <p:notesMasterIdLst>
    <p:notesMasterId r:id="rId14"/>
  </p:notesMasterIdLst>
  <p:handoutMasterIdLst>
    <p:handoutMasterId r:id="rId15"/>
  </p:handoutMasterIdLst>
  <p:sldIdLst>
    <p:sldId id="2142532784" r:id="rId7"/>
    <p:sldId id="2142532690" r:id="rId8"/>
    <p:sldId id="2142532702" r:id="rId9"/>
    <p:sldId id="2142532703" r:id="rId10"/>
    <p:sldId id="2142532752" r:id="rId11"/>
    <p:sldId id="2142532783" r:id="rId12"/>
    <p:sldId id="214253278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07A3732-CE43-4E18-8F6B-885A43B5EEE2}">
          <p14:sldIdLst>
            <p14:sldId id="2142532784"/>
          </p14:sldIdLst>
        </p14:section>
        <p14:section name="MS Fabric Tenant Deployment" id="{64116930-5A48-41F2-A382-14D4B11EE593}">
          <p14:sldIdLst>
            <p14:sldId id="2142532690"/>
            <p14:sldId id="2142532702"/>
            <p14:sldId id="2142532703"/>
            <p14:sldId id="2142532752"/>
            <p14:sldId id="2142532783"/>
            <p14:sldId id="214253278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B84354-4E52-563B-207E-F3553BE127C8}" name="Angela Howran" initials="AH" userId="S::howr@bank-banque-canada.ca::517d0f3f-2e61-4e1d-b04b-6c06f70c80a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B195"/>
    <a:srgbClr val="C8F5E8"/>
    <a:srgbClr val="E1ECEA"/>
    <a:srgbClr val="167C6E"/>
    <a:srgbClr val="36A789"/>
    <a:srgbClr val="FFC800"/>
    <a:srgbClr val="F8D8CA"/>
    <a:srgbClr val="FFCC00"/>
    <a:srgbClr val="FFFF66"/>
    <a:srgbClr val="843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0B84E5-23FF-4C95-9796-7D644BD06B13}" v="433" dt="2025-01-18T18:02:40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616" autoAdjust="0"/>
    <p:restoredTop sz="96323" autoAdjust="0"/>
  </p:normalViewPr>
  <p:slideViewPr>
    <p:cSldViewPr snapToGrid="0">
      <p:cViewPr varScale="1">
        <p:scale>
          <a:sx n="81" d="100"/>
          <a:sy n="81" d="100"/>
        </p:scale>
        <p:origin x="2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99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5" Type="http://schemas.openxmlformats.org/officeDocument/2006/relationships/customXml" Target="../customXml/item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el Aleman" userId="2efb7982-2bc2-4b29-878b-3d55fc136137" providerId="ADAL" clId="{F30B84E5-23FF-4C95-9796-7D644BD06B13}"/>
    <pc:docChg chg="undo custSel addSld delSld modSld sldOrd delMainMaster delSection modSection">
      <pc:chgData name="Pavel Aleman" userId="2efb7982-2bc2-4b29-878b-3d55fc136137" providerId="ADAL" clId="{F30B84E5-23FF-4C95-9796-7D644BD06B13}" dt="2025-01-18T18:04:17.491" v="2211" actId="1076"/>
      <pc:docMkLst>
        <pc:docMk/>
      </pc:docMkLst>
      <pc:sldChg chg="del">
        <pc:chgData name="Pavel Aleman" userId="2efb7982-2bc2-4b29-878b-3d55fc136137" providerId="ADAL" clId="{F30B84E5-23FF-4C95-9796-7D644BD06B13}" dt="2025-01-17T20:20:16.134" v="55" actId="18676"/>
        <pc:sldMkLst>
          <pc:docMk/>
          <pc:sldMk cId="333031383" sldId="259"/>
        </pc:sldMkLst>
      </pc:sldChg>
      <pc:sldChg chg="del">
        <pc:chgData name="Pavel Aleman" userId="2efb7982-2bc2-4b29-878b-3d55fc136137" providerId="ADAL" clId="{F30B84E5-23FF-4C95-9796-7D644BD06B13}" dt="2025-01-17T20:20:16.134" v="55" actId="18676"/>
        <pc:sldMkLst>
          <pc:docMk/>
          <pc:sldMk cId="254912058" sldId="341"/>
        </pc:sldMkLst>
      </pc:sldChg>
      <pc:sldChg chg="del">
        <pc:chgData name="Pavel Aleman" userId="2efb7982-2bc2-4b29-878b-3d55fc136137" providerId="ADAL" clId="{F30B84E5-23FF-4C95-9796-7D644BD06B13}" dt="2025-01-17T20:20:09.889" v="53" actId="18676"/>
        <pc:sldMkLst>
          <pc:docMk/>
          <pc:sldMk cId="2180041552" sldId="344"/>
        </pc:sldMkLst>
      </pc:sldChg>
      <pc:sldChg chg="del">
        <pc:chgData name="Pavel Aleman" userId="2efb7982-2bc2-4b29-878b-3d55fc136137" providerId="ADAL" clId="{F30B84E5-23FF-4C95-9796-7D644BD06B13}" dt="2025-01-17T20:20:16.134" v="55" actId="18676"/>
        <pc:sldMkLst>
          <pc:docMk/>
          <pc:sldMk cId="1553263957" sldId="2076136642"/>
        </pc:sldMkLst>
      </pc:sldChg>
      <pc:sldChg chg="del">
        <pc:chgData name="Pavel Aleman" userId="2efb7982-2bc2-4b29-878b-3d55fc136137" providerId="ADAL" clId="{F30B84E5-23FF-4C95-9796-7D644BD06B13}" dt="2025-01-17T20:20:16.134" v="55" actId="18676"/>
        <pc:sldMkLst>
          <pc:docMk/>
          <pc:sldMk cId="2042361278" sldId="2076136643"/>
        </pc:sldMkLst>
      </pc:sldChg>
      <pc:sldChg chg="del">
        <pc:chgData name="Pavel Aleman" userId="2efb7982-2bc2-4b29-878b-3d55fc136137" providerId="ADAL" clId="{F30B84E5-23FF-4C95-9796-7D644BD06B13}" dt="2025-01-17T20:19:30.403" v="45" actId="47"/>
        <pc:sldMkLst>
          <pc:docMk/>
          <pc:sldMk cId="848928317" sldId="2076136671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450712463" sldId="2140757201"/>
        </pc:sldMkLst>
      </pc:sldChg>
      <pc:sldChg chg="del">
        <pc:chgData name="Pavel Aleman" userId="2efb7982-2bc2-4b29-878b-3d55fc136137" providerId="ADAL" clId="{F30B84E5-23FF-4C95-9796-7D644BD06B13}" dt="2025-01-17T20:20:09.889" v="53" actId="18676"/>
        <pc:sldMkLst>
          <pc:docMk/>
          <pc:sldMk cId="17782681" sldId="2142532656"/>
        </pc:sldMkLst>
      </pc:sldChg>
      <pc:sldChg chg="del">
        <pc:chgData name="Pavel Aleman" userId="2efb7982-2bc2-4b29-878b-3d55fc136137" providerId="ADAL" clId="{F30B84E5-23FF-4C95-9796-7D644BD06B13}" dt="2025-01-17T20:20:16.134" v="55" actId="18676"/>
        <pc:sldMkLst>
          <pc:docMk/>
          <pc:sldMk cId="1064158402" sldId="2142532661"/>
        </pc:sldMkLst>
      </pc:sldChg>
      <pc:sldChg chg="del">
        <pc:chgData name="Pavel Aleman" userId="2efb7982-2bc2-4b29-878b-3d55fc136137" providerId="ADAL" clId="{F30B84E5-23FF-4C95-9796-7D644BD06B13}" dt="2025-01-17T20:20:09.889" v="53" actId="18676"/>
        <pc:sldMkLst>
          <pc:docMk/>
          <pc:sldMk cId="1217589500" sldId="2142532662"/>
        </pc:sldMkLst>
      </pc:sldChg>
      <pc:sldChg chg="del">
        <pc:chgData name="Pavel Aleman" userId="2efb7982-2bc2-4b29-878b-3d55fc136137" providerId="ADAL" clId="{F30B84E5-23FF-4C95-9796-7D644BD06B13}" dt="2025-01-17T20:20:16.134" v="55" actId="18676"/>
        <pc:sldMkLst>
          <pc:docMk/>
          <pc:sldMk cId="4235510089" sldId="2142532663"/>
        </pc:sldMkLst>
      </pc:sldChg>
      <pc:sldChg chg="del">
        <pc:chgData name="Pavel Aleman" userId="2efb7982-2bc2-4b29-878b-3d55fc136137" providerId="ADAL" clId="{F30B84E5-23FF-4C95-9796-7D644BD06B13}" dt="2025-01-17T20:20:16.134" v="55" actId="18676"/>
        <pc:sldMkLst>
          <pc:docMk/>
          <pc:sldMk cId="1061024215" sldId="2142532664"/>
        </pc:sldMkLst>
      </pc:sldChg>
      <pc:sldChg chg="del">
        <pc:chgData name="Pavel Aleman" userId="2efb7982-2bc2-4b29-878b-3d55fc136137" providerId="ADAL" clId="{F30B84E5-23FF-4C95-9796-7D644BD06B13}" dt="2025-01-17T20:20:16.134" v="55" actId="18676"/>
        <pc:sldMkLst>
          <pc:docMk/>
          <pc:sldMk cId="1957053656" sldId="2142532666"/>
        </pc:sldMkLst>
      </pc:sldChg>
      <pc:sldChg chg="del">
        <pc:chgData name="Pavel Aleman" userId="2efb7982-2bc2-4b29-878b-3d55fc136137" providerId="ADAL" clId="{F30B84E5-23FF-4C95-9796-7D644BD06B13}" dt="2025-01-17T20:20:09.889" v="53" actId="18676"/>
        <pc:sldMkLst>
          <pc:docMk/>
          <pc:sldMk cId="835658199" sldId="2142532667"/>
        </pc:sldMkLst>
      </pc:sldChg>
      <pc:sldChg chg="del">
        <pc:chgData name="Pavel Aleman" userId="2efb7982-2bc2-4b29-878b-3d55fc136137" providerId="ADAL" clId="{F30B84E5-23FF-4C95-9796-7D644BD06B13}" dt="2025-01-17T20:20:09.889" v="53" actId="18676"/>
        <pc:sldMkLst>
          <pc:docMk/>
          <pc:sldMk cId="351652322" sldId="2142532668"/>
        </pc:sldMkLst>
      </pc:sldChg>
      <pc:sldChg chg="del">
        <pc:chgData name="Pavel Aleman" userId="2efb7982-2bc2-4b29-878b-3d55fc136137" providerId="ADAL" clId="{F30B84E5-23FF-4C95-9796-7D644BD06B13}" dt="2025-01-17T20:20:09.889" v="53" actId="18676"/>
        <pc:sldMkLst>
          <pc:docMk/>
          <pc:sldMk cId="1700810015" sldId="2142532669"/>
        </pc:sldMkLst>
      </pc:sldChg>
      <pc:sldChg chg="del">
        <pc:chgData name="Pavel Aleman" userId="2efb7982-2bc2-4b29-878b-3d55fc136137" providerId="ADAL" clId="{F30B84E5-23FF-4C95-9796-7D644BD06B13}" dt="2025-01-17T20:20:09.889" v="53" actId="18676"/>
        <pc:sldMkLst>
          <pc:docMk/>
          <pc:sldMk cId="3932931295" sldId="2142532670"/>
        </pc:sldMkLst>
      </pc:sldChg>
      <pc:sldChg chg="del">
        <pc:chgData name="Pavel Aleman" userId="2efb7982-2bc2-4b29-878b-3d55fc136137" providerId="ADAL" clId="{F30B84E5-23FF-4C95-9796-7D644BD06B13}" dt="2025-01-17T20:20:09.889" v="53" actId="18676"/>
        <pc:sldMkLst>
          <pc:docMk/>
          <pc:sldMk cId="2062742197" sldId="2142532671"/>
        </pc:sldMkLst>
      </pc:sldChg>
      <pc:sldChg chg="del">
        <pc:chgData name="Pavel Aleman" userId="2efb7982-2bc2-4b29-878b-3d55fc136137" providerId="ADAL" clId="{F30B84E5-23FF-4C95-9796-7D644BD06B13}" dt="2025-01-17T20:20:09.889" v="53" actId="18676"/>
        <pc:sldMkLst>
          <pc:docMk/>
          <pc:sldMk cId="3414831775" sldId="2142532672"/>
        </pc:sldMkLst>
      </pc:sldChg>
      <pc:sldChg chg="del">
        <pc:chgData name="Pavel Aleman" userId="2efb7982-2bc2-4b29-878b-3d55fc136137" providerId="ADAL" clId="{F30B84E5-23FF-4C95-9796-7D644BD06B13}" dt="2025-01-17T20:20:09.889" v="53" actId="18676"/>
        <pc:sldMkLst>
          <pc:docMk/>
          <pc:sldMk cId="237968294" sldId="2142532674"/>
        </pc:sldMkLst>
      </pc:sldChg>
      <pc:sldChg chg="del">
        <pc:chgData name="Pavel Aleman" userId="2efb7982-2bc2-4b29-878b-3d55fc136137" providerId="ADAL" clId="{F30B84E5-23FF-4C95-9796-7D644BD06B13}" dt="2025-01-17T20:20:09.889" v="53" actId="18676"/>
        <pc:sldMkLst>
          <pc:docMk/>
          <pc:sldMk cId="2550056213" sldId="2142532675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84618914" sldId="2142532676"/>
        </pc:sldMkLst>
      </pc:sldChg>
      <pc:sldChg chg="del">
        <pc:chgData name="Pavel Aleman" userId="2efb7982-2bc2-4b29-878b-3d55fc136137" providerId="ADAL" clId="{F30B84E5-23FF-4C95-9796-7D644BD06B13}" dt="2025-01-17T20:20:09.889" v="53" actId="18676"/>
        <pc:sldMkLst>
          <pc:docMk/>
          <pc:sldMk cId="169466400" sldId="2142532677"/>
        </pc:sldMkLst>
      </pc:sldChg>
      <pc:sldChg chg="del">
        <pc:chgData name="Pavel Aleman" userId="2efb7982-2bc2-4b29-878b-3d55fc136137" providerId="ADAL" clId="{F30B84E5-23FF-4C95-9796-7D644BD06B13}" dt="2025-01-17T20:20:09.889" v="53" actId="18676"/>
        <pc:sldMkLst>
          <pc:docMk/>
          <pc:sldMk cId="3491451978" sldId="2142532678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1898362259" sldId="2142532679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3824361658" sldId="2142532680"/>
        </pc:sldMkLst>
      </pc:sldChg>
      <pc:sldChg chg="del">
        <pc:chgData name="Pavel Aleman" userId="2efb7982-2bc2-4b29-878b-3d55fc136137" providerId="ADAL" clId="{F30B84E5-23FF-4C95-9796-7D644BD06B13}" dt="2025-01-17T20:17:53.275" v="2" actId="47"/>
        <pc:sldMkLst>
          <pc:docMk/>
          <pc:sldMk cId="2672435417" sldId="2142532681"/>
        </pc:sldMkLst>
      </pc:sldChg>
      <pc:sldChg chg="del">
        <pc:chgData name="Pavel Aleman" userId="2efb7982-2bc2-4b29-878b-3d55fc136137" providerId="ADAL" clId="{F30B84E5-23FF-4C95-9796-7D644BD06B13}" dt="2025-01-17T20:17:53.275" v="2" actId="47"/>
        <pc:sldMkLst>
          <pc:docMk/>
          <pc:sldMk cId="1564316320" sldId="2142532682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170487296" sldId="2142532683"/>
        </pc:sldMkLst>
      </pc:sldChg>
      <pc:sldChg chg="del">
        <pc:chgData name="Pavel Aleman" userId="2efb7982-2bc2-4b29-878b-3d55fc136137" providerId="ADAL" clId="{F30B84E5-23FF-4C95-9796-7D644BD06B13}" dt="2025-01-17T20:17:44.402" v="0" actId="47"/>
        <pc:sldMkLst>
          <pc:docMk/>
          <pc:sldMk cId="3672726428" sldId="2142532687"/>
        </pc:sldMkLst>
      </pc:sldChg>
      <pc:sldChg chg="addSp delSp modSp del mod setBg modClrScheme delDesignElem chgLayout">
        <pc:chgData name="Pavel Aleman" userId="2efb7982-2bc2-4b29-878b-3d55fc136137" providerId="ADAL" clId="{F30B84E5-23FF-4C95-9796-7D644BD06B13}" dt="2025-01-17T20:40:28.555" v="510" actId="47"/>
        <pc:sldMkLst>
          <pc:docMk/>
          <pc:sldMk cId="1035550136" sldId="2142532689"/>
        </pc:sldMkLst>
        <pc:spChg chg="mod ord">
          <ac:chgData name="Pavel Aleman" userId="2efb7982-2bc2-4b29-878b-3d55fc136137" providerId="ADAL" clId="{F30B84E5-23FF-4C95-9796-7D644BD06B13}" dt="2025-01-17T20:40:09.507" v="503" actId="21"/>
          <ac:spMkLst>
            <pc:docMk/>
            <pc:sldMk cId="1035550136" sldId="2142532689"/>
            <ac:spMk id="2" creationId="{EF941890-3A5A-54FB-5571-DF477D176684}"/>
          </ac:spMkLst>
        </pc:spChg>
        <pc:spChg chg="mod ord">
          <ac:chgData name="Pavel Aleman" userId="2efb7982-2bc2-4b29-878b-3d55fc136137" providerId="ADAL" clId="{F30B84E5-23FF-4C95-9796-7D644BD06B13}" dt="2025-01-17T20:40:16.415" v="505" actId="21"/>
          <ac:spMkLst>
            <pc:docMk/>
            <pc:sldMk cId="1035550136" sldId="2142532689"/>
            <ac:spMk id="3" creationId="{EA2262A5-0DB0-E332-253F-F0228EFDD5B4}"/>
          </ac:spMkLst>
        </pc:spChg>
        <pc:spChg chg="add del mod">
          <ac:chgData name="Pavel Aleman" userId="2efb7982-2bc2-4b29-878b-3d55fc136137" providerId="ADAL" clId="{F30B84E5-23FF-4C95-9796-7D644BD06B13}" dt="2025-01-17T20:39:49.857" v="496" actId="22"/>
          <ac:spMkLst>
            <pc:docMk/>
            <pc:sldMk cId="1035550136" sldId="2142532689"/>
            <ac:spMk id="5" creationId="{EF09A9B3-21B4-14A9-F32C-D768AA0A0BC4}"/>
          </ac:spMkLst>
        </pc:spChg>
        <pc:spChg chg="add mod">
          <ac:chgData name="Pavel Aleman" userId="2efb7982-2bc2-4b29-878b-3d55fc136137" providerId="ADAL" clId="{F30B84E5-23FF-4C95-9796-7D644BD06B13}" dt="2025-01-17T20:39:54.932" v="500" actId="1076"/>
          <ac:spMkLst>
            <pc:docMk/>
            <pc:sldMk cId="1035550136" sldId="2142532689"/>
            <ac:spMk id="7" creationId="{D8901A29-7A6D-319F-60AB-BEDEE48CAC73}"/>
          </ac:spMkLst>
        </pc:spChg>
        <pc:spChg chg="add del">
          <ac:chgData name="Pavel Aleman" userId="2efb7982-2bc2-4b29-878b-3d55fc136137" providerId="ADAL" clId="{F30B84E5-23FF-4C95-9796-7D644BD06B13}" dt="2025-01-17T20:39:50.713" v="498" actId="26606"/>
          <ac:spMkLst>
            <pc:docMk/>
            <pc:sldMk cId="1035550136" sldId="2142532689"/>
            <ac:spMk id="8" creationId="{4E1BEB12-92AF-4445-98AD-4C7756E7C93B}"/>
          </ac:spMkLst>
        </pc:spChg>
        <pc:spChg chg="add del">
          <ac:chgData name="Pavel Aleman" userId="2efb7982-2bc2-4b29-878b-3d55fc136137" providerId="ADAL" clId="{F30B84E5-23FF-4C95-9796-7D644BD06B13}" dt="2025-01-17T20:39:50.713" v="498" actId="26606"/>
          <ac:spMkLst>
            <pc:docMk/>
            <pc:sldMk cId="1035550136" sldId="2142532689"/>
            <ac:spMk id="10" creationId="{D0522C2C-7B5C-48A7-A969-03941E5D2E76}"/>
          </ac:spMkLst>
        </pc:spChg>
        <pc:spChg chg="add del">
          <ac:chgData name="Pavel Aleman" userId="2efb7982-2bc2-4b29-878b-3d55fc136137" providerId="ADAL" clId="{F30B84E5-23FF-4C95-9796-7D644BD06B13}" dt="2025-01-17T20:39:50.713" v="498" actId="26606"/>
          <ac:spMkLst>
            <pc:docMk/>
            <pc:sldMk cId="1035550136" sldId="2142532689"/>
            <ac:spMk id="12" creationId="{9C682A1A-5B2D-4111-BBD6-620165633E5B}"/>
          </ac:spMkLst>
        </pc:spChg>
        <pc:spChg chg="add del">
          <ac:chgData name="Pavel Aleman" userId="2efb7982-2bc2-4b29-878b-3d55fc136137" providerId="ADAL" clId="{F30B84E5-23FF-4C95-9796-7D644BD06B13}" dt="2025-01-17T20:39:50.713" v="498" actId="26606"/>
          <ac:spMkLst>
            <pc:docMk/>
            <pc:sldMk cId="1035550136" sldId="2142532689"/>
            <ac:spMk id="14" creationId="{D6EE29F2-D77F-4BD0-A20B-334D316A1C9D}"/>
          </ac:spMkLst>
        </pc:spChg>
        <pc:spChg chg="add del">
          <ac:chgData name="Pavel Aleman" userId="2efb7982-2bc2-4b29-878b-3d55fc136137" providerId="ADAL" clId="{F30B84E5-23FF-4C95-9796-7D644BD06B13}" dt="2025-01-17T20:39:50.713" v="498" actId="26606"/>
          <ac:spMkLst>
            <pc:docMk/>
            <pc:sldMk cId="1035550136" sldId="2142532689"/>
            <ac:spMk id="16" creationId="{22D09ED2-868F-42C6-866E-F92E0CEF314F}"/>
          </ac:spMkLst>
        </pc:spChg>
        <pc:spChg chg="del">
          <ac:chgData name="Pavel Aleman" userId="2efb7982-2bc2-4b29-878b-3d55fc136137" providerId="ADAL" clId="{F30B84E5-23FF-4C95-9796-7D644BD06B13}" dt="2025-01-17T20:39:27.243" v="476" actId="700"/>
          <ac:spMkLst>
            <pc:docMk/>
            <pc:sldMk cId="1035550136" sldId="2142532689"/>
            <ac:spMk id="40" creationId="{A93898FF-D987-4B0E-BFB4-85F5EB356D4D}"/>
          </ac:spMkLst>
        </pc:spChg>
        <pc:spChg chg="del">
          <ac:chgData name="Pavel Aleman" userId="2efb7982-2bc2-4b29-878b-3d55fc136137" providerId="ADAL" clId="{F30B84E5-23FF-4C95-9796-7D644BD06B13}" dt="2025-01-17T20:39:27.243" v="476" actId="700"/>
          <ac:spMkLst>
            <pc:docMk/>
            <pc:sldMk cId="1035550136" sldId="2142532689"/>
            <ac:spMk id="42" creationId="{FEB84055-029C-4E86-8844-D05D96C024BC}"/>
          </ac:spMkLst>
        </pc:spChg>
        <pc:spChg chg="del">
          <ac:chgData name="Pavel Aleman" userId="2efb7982-2bc2-4b29-878b-3d55fc136137" providerId="ADAL" clId="{F30B84E5-23FF-4C95-9796-7D644BD06B13}" dt="2025-01-17T20:39:27.243" v="476" actId="700"/>
          <ac:spMkLst>
            <pc:docMk/>
            <pc:sldMk cId="1035550136" sldId="2142532689"/>
            <ac:spMk id="46" creationId="{799037F2-4CAF-446B-90DB-1480B247AA69}"/>
          </ac:spMkLst>
        </pc:spChg>
        <pc:spChg chg="del">
          <ac:chgData name="Pavel Aleman" userId="2efb7982-2bc2-4b29-878b-3d55fc136137" providerId="ADAL" clId="{F30B84E5-23FF-4C95-9796-7D644BD06B13}" dt="2025-01-17T20:39:27.243" v="476" actId="700"/>
          <ac:spMkLst>
            <pc:docMk/>
            <pc:sldMk cId="1035550136" sldId="2142532689"/>
            <ac:spMk id="48" creationId="{7128589C-AF3D-49CF-BD92-C1D1D2F5387F}"/>
          </ac:spMkLst>
        </pc:spChg>
        <pc:picChg chg="del">
          <ac:chgData name="Pavel Aleman" userId="2efb7982-2bc2-4b29-878b-3d55fc136137" providerId="ADAL" clId="{F30B84E5-23FF-4C95-9796-7D644BD06B13}" dt="2025-01-17T20:39:27.243" v="476" actId="700"/>
          <ac:picMkLst>
            <pc:docMk/>
            <pc:sldMk cId="1035550136" sldId="2142532689"/>
            <ac:picMk id="44" creationId="{8A2842C0-6210-4FDB-B1FF-C14C927377FB}"/>
          </ac:picMkLst>
        </pc:picChg>
      </pc:sldChg>
      <pc:sldChg chg="modSp mod">
        <pc:chgData name="Pavel Aleman" userId="2efb7982-2bc2-4b29-878b-3d55fc136137" providerId="ADAL" clId="{F30B84E5-23FF-4C95-9796-7D644BD06B13}" dt="2025-01-18T17:10:49.938" v="525" actId="113"/>
        <pc:sldMkLst>
          <pc:docMk/>
          <pc:sldMk cId="3961608105" sldId="2142532690"/>
        </pc:sldMkLst>
        <pc:spChg chg="mod">
          <ac:chgData name="Pavel Aleman" userId="2efb7982-2bc2-4b29-878b-3d55fc136137" providerId="ADAL" clId="{F30B84E5-23FF-4C95-9796-7D644BD06B13}" dt="2025-01-17T20:27:37.265" v="297" actId="20577"/>
          <ac:spMkLst>
            <pc:docMk/>
            <pc:sldMk cId="3961608105" sldId="2142532690"/>
            <ac:spMk id="6" creationId="{892FFC42-F855-72A0-36C2-3A778CCB6645}"/>
          </ac:spMkLst>
        </pc:spChg>
        <pc:spChg chg="mod">
          <ac:chgData name="Pavel Aleman" userId="2efb7982-2bc2-4b29-878b-3d55fc136137" providerId="ADAL" clId="{F30B84E5-23FF-4C95-9796-7D644BD06B13}" dt="2025-01-18T17:10:49.938" v="525" actId="113"/>
          <ac:spMkLst>
            <pc:docMk/>
            <pc:sldMk cId="3961608105" sldId="2142532690"/>
            <ac:spMk id="38" creationId="{0CB8AAD0-2717-55E8-F732-FA076D3ED353}"/>
          </ac:spMkLst>
        </pc:spChg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1420107920" sldId="2142532693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3964913224" sldId="2142532694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377262139" sldId="2142532695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1558112254" sldId="2142532696"/>
        </pc:sldMkLst>
      </pc:sldChg>
      <pc:sldChg chg="del">
        <pc:chgData name="Pavel Aleman" userId="2efb7982-2bc2-4b29-878b-3d55fc136137" providerId="ADAL" clId="{F30B84E5-23FF-4C95-9796-7D644BD06B13}" dt="2025-01-17T20:19:43.768" v="47" actId="47"/>
        <pc:sldMkLst>
          <pc:docMk/>
          <pc:sldMk cId="3770247986" sldId="2142532697"/>
        </pc:sldMkLst>
      </pc:sldChg>
      <pc:sldChg chg="del">
        <pc:chgData name="Pavel Aleman" userId="2efb7982-2bc2-4b29-878b-3d55fc136137" providerId="ADAL" clId="{F30B84E5-23FF-4C95-9796-7D644BD06B13}" dt="2025-01-17T20:17:44.402" v="0" actId="47"/>
        <pc:sldMkLst>
          <pc:docMk/>
          <pc:sldMk cId="3935618095" sldId="2142532700"/>
        </pc:sldMkLst>
      </pc:sldChg>
      <pc:sldChg chg="modSp mod">
        <pc:chgData name="Pavel Aleman" userId="2efb7982-2bc2-4b29-878b-3d55fc136137" providerId="ADAL" clId="{F30B84E5-23FF-4C95-9796-7D644BD06B13}" dt="2025-01-17T20:19:06.394" v="44" actId="404"/>
        <pc:sldMkLst>
          <pc:docMk/>
          <pc:sldMk cId="3095628892" sldId="2142532702"/>
        </pc:sldMkLst>
        <pc:spChg chg="mod">
          <ac:chgData name="Pavel Aleman" userId="2efb7982-2bc2-4b29-878b-3d55fc136137" providerId="ADAL" clId="{F30B84E5-23FF-4C95-9796-7D644BD06B13}" dt="2025-01-17T20:19:06.394" v="44" actId="404"/>
          <ac:spMkLst>
            <pc:docMk/>
            <pc:sldMk cId="3095628892" sldId="2142532702"/>
            <ac:spMk id="2" creationId="{FA634F2B-06D0-910B-F457-D2D905D806C2}"/>
          </ac:spMkLst>
        </pc:spChg>
      </pc:sldChg>
      <pc:sldChg chg="addSp delSp modSp mod">
        <pc:chgData name="Pavel Aleman" userId="2efb7982-2bc2-4b29-878b-3d55fc136137" providerId="ADAL" clId="{F30B84E5-23FF-4C95-9796-7D644BD06B13}" dt="2025-01-18T18:04:17.491" v="2211" actId="1076"/>
        <pc:sldMkLst>
          <pc:docMk/>
          <pc:sldMk cId="180530974" sldId="2142532703"/>
        </pc:sldMkLst>
        <pc:spChg chg="mod">
          <ac:chgData name="Pavel Aleman" userId="2efb7982-2bc2-4b29-878b-3d55fc136137" providerId="ADAL" clId="{F30B84E5-23FF-4C95-9796-7D644BD06B13}" dt="2025-01-18T18:02:21.646" v="2185" actId="1038"/>
          <ac:spMkLst>
            <pc:docMk/>
            <pc:sldMk cId="180530974" sldId="2142532703"/>
            <ac:spMk id="5" creationId="{1C94A194-BA35-C5AB-BADD-39155E4C0135}"/>
          </ac:spMkLst>
        </pc:spChg>
        <pc:spChg chg="add mod ord">
          <ac:chgData name="Pavel Aleman" userId="2efb7982-2bc2-4b29-878b-3d55fc136137" providerId="ADAL" clId="{F30B84E5-23FF-4C95-9796-7D644BD06B13}" dt="2025-01-18T17:54:13.628" v="1961" actId="1076"/>
          <ac:spMkLst>
            <pc:docMk/>
            <pc:sldMk cId="180530974" sldId="2142532703"/>
            <ac:spMk id="8" creationId="{2707C9F1-14D7-D6E5-410F-716B09973299}"/>
          </ac:spMkLst>
        </pc:spChg>
        <pc:spChg chg="mod ord">
          <ac:chgData name="Pavel Aleman" userId="2efb7982-2bc2-4b29-878b-3d55fc136137" providerId="ADAL" clId="{F30B84E5-23FF-4C95-9796-7D644BD06B13}" dt="2025-01-18T17:52:01.532" v="1880" actId="166"/>
          <ac:spMkLst>
            <pc:docMk/>
            <pc:sldMk cId="180530974" sldId="2142532703"/>
            <ac:spMk id="9" creationId="{0B0900EE-C35D-74FA-D446-E55B45BF09E2}"/>
          </ac:spMkLst>
        </pc:spChg>
        <pc:spChg chg="add mod">
          <ac:chgData name="Pavel Aleman" userId="2efb7982-2bc2-4b29-878b-3d55fc136137" providerId="ADAL" clId="{F30B84E5-23FF-4C95-9796-7D644BD06B13}" dt="2025-01-18T17:54:13.628" v="1961" actId="1076"/>
          <ac:spMkLst>
            <pc:docMk/>
            <pc:sldMk cId="180530974" sldId="2142532703"/>
            <ac:spMk id="11" creationId="{6EC87462-04D6-BFE7-A85A-8B71354923E7}"/>
          </ac:spMkLst>
        </pc:spChg>
        <pc:spChg chg="mod">
          <ac:chgData name="Pavel Aleman" userId="2efb7982-2bc2-4b29-878b-3d55fc136137" providerId="ADAL" clId="{F30B84E5-23FF-4C95-9796-7D644BD06B13}" dt="2025-01-18T18:02:40.061" v="2197" actId="1037"/>
          <ac:spMkLst>
            <pc:docMk/>
            <pc:sldMk cId="180530974" sldId="2142532703"/>
            <ac:spMk id="13" creationId="{24B32F40-4A43-BFA3-4F53-BDF35B86D8A7}"/>
          </ac:spMkLst>
        </pc:spChg>
        <pc:spChg chg="mod">
          <ac:chgData name="Pavel Aleman" userId="2efb7982-2bc2-4b29-878b-3d55fc136137" providerId="ADAL" clId="{F30B84E5-23FF-4C95-9796-7D644BD06B13}" dt="2025-01-18T18:02:40.061" v="2197" actId="1037"/>
          <ac:spMkLst>
            <pc:docMk/>
            <pc:sldMk cId="180530974" sldId="2142532703"/>
            <ac:spMk id="15" creationId="{E0A48BF6-FBAC-2FC1-04F5-5B75901AB250}"/>
          </ac:spMkLst>
        </pc:spChg>
        <pc:spChg chg="mod">
          <ac:chgData name="Pavel Aleman" userId="2efb7982-2bc2-4b29-878b-3d55fc136137" providerId="ADAL" clId="{F30B84E5-23FF-4C95-9796-7D644BD06B13}" dt="2025-01-18T18:02:40.061" v="2197" actId="1037"/>
          <ac:spMkLst>
            <pc:docMk/>
            <pc:sldMk cId="180530974" sldId="2142532703"/>
            <ac:spMk id="16" creationId="{BF1D8B0B-DEA6-A0AB-2B5E-3960FD97A940}"/>
          </ac:spMkLst>
        </pc:spChg>
        <pc:spChg chg="mod">
          <ac:chgData name="Pavel Aleman" userId="2efb7982-2bc2-4b29-878b-3d55fc136137" providerId="ADAL" clId="{F30B84E5-23FF-4C95-9796-7D644BD06B13}" dt="2025-01-18T18:02:40.061" v="2197" actId="1037"/>
          <ac:spMkLst>
            <pc:docMk/>
            <pc:sldMk cId="180530974" sldId="2142532703"/>
            <ac:spMk id="19" creationId="{834C1B6C-632A-6920-3CD2-3053DFEF38C4}"/>
          </ac:spMkLst>
        </pc:spChg>
        <pc:spChg chg="mod">
          <ac:chgData name="Pavel Aleman" userId="2efb7982-2bc2-4b29-878b-3d55fc136137" providerId="ADAL" clId="{F30B84E5-23FF-4C95-9796-7D644BD06B13}" dt="2025-01-18T18:02:40.061" v="2197" actId="1037"/>
          <ac:spMkLst>
            <pc:docMk/>
            <pc:sldMk cId="180530974" sldId="2142532703"/>
            <ac:spMk id="24" creationId="{DC612200-73BA-2A69-9636-BD2EB745BEBB}"/>
          </ac:spMkLst>
        </pc:spChg>
        <pc:spChg chg="del mod">
          <ac:chgData name="Pavel Aleman" userId="2efb7982-2bc2-4b29-878b-3d55fc136137" providerId="ADAL" clId="{F30B84E5-23FF-4C95-9796-7D644BD06B13}" dt="2025-01-18T17:43:31.598" v="1684" actId="478"/>
          <ac:spMkLst>
            <pc:docMk/>
            <pc:sldMk cId="180530974" sldId="2142532703"/>
            <ac:spMk id="27" creationId="{74BBC92F-A2B6-3411-DECE-B6E39FB0C139}"/>
          </ac:spMkLst>
        </pc:spChg>
        <pc:spChg chg="mod">
          <ac:chgData name="Pavel Aleman" userId="2efb7982-2bc2-4b29-878b-3d55fc136137" providerId="ADAL" clId="{F30B84E5-23FF-4C95-9796-7D644BD06B13}" dt="2025-01-18T18:02:40.061" v="2197" actId="1037"/>
          <ac:spMkLst>
            <pc:docMk/>
            <pc:sldMk cId="180530974" sldId="2142532703"/>
            <ac:spMk id="31" creationId="{4FD4AF31-CCD4-2197-E26C-2689AEA913A2}"/>
          </ac:spMkLst>
        </pc:spChg>
        <pc:spChg chg="mod">
          <ac:chgData name="Pavel Aleman" userId="2efb7982-2bc2-4b29-878b-3d55fc136137" providerId="ADAL" clId="{F30B84E5-23FF-4C95-9796-7D644BD06B13}" dt="2025-01-18T17:18:05.628" v="848" actId="207"/>
          <ac:spMkLst>
            <pc:docMk/>
            <pc:sldMk cId="180530974" sldId="2142532703"/>
            <ac:spMk id="50" creationId="{55A324FE-E2E0-719F-2479-4AEE733F256D}"/>
          </ac:spMkLst>
        </pc:spChg>
        <pc:spChg chg="mod">
          <ac:chgData name="Pavel Aleman" userId="2efb7982-2bc2-4b29-878b-3d55fc136137" providerId="ADAL" clId="{F30B84E5-23FF-4C95-9796-7D644BD06B13}" dt="2025-01-18T18:02:40.061" v="2197" actId="1037"/>
          <ac:spMkLst>
            <pc:docMk/>
            <pc:sldMk cId="180530974" sldId="2142532703"/>
            <ac:spMk id="52" creationId="{D7435B4D-296A-465C-054C-0F7C178314EA}"/>
          </ac:spMkLst>
        </pc:spChg>
        <pc:spChg chg="mod">
          <ac:chgData name="Pavel Aleman" userId="2efb7982-2bc2-4b29-878b-3d55fc136137" providerId="ADAL" clId="{F30B84E5-23FF-4C95-9796-7D644BD06B13}" dt="2025-01-18T18:02:40.061" v="2197" actId="1037"/>
          <ac:spMkLst>
            <pc:docMk/>
            <pc:sldMk cId="180530974" sldId="2142532703"/>
            <ac:spMk id="53" creationId="{A9E30D10-4950-6DCF-AAC3-AF706DC2ECFD}"/>
          </ac:spMkLst>
        </pc:spChg>
        <pc:spChg chg="mod">
          <ac:chgData name="Pavel Aleman" userId="2efb7982-2bc2-4b29-878b-3d55fc136137" providerId="ADAL" clId="{F30B84E5-23FF-4C95-9796-7D644BD06B13}" dt="2025-01-18T18:02:40.061" v="2197" actId="1037"/>
          <ac:spMkLst>
            <pc:docMk/>
            <pc:sldMk cId="180530974" sldId="2142532703"/>
            <ac:spMk id="56" creationId="{7970A7DA-CC16-4688-8CDD-0074A0066F47}"/>
          </ac:spMkLst>
        </pc:spChg>
        <pc:spChg chg="mod">
          <ac:chgData name="Pavel Aleman" userId="2efb7982-2bc2-4b29-878b-3d55fc136137" providerId="ADAL" clId="{F30B84E5-23FF-4C95-9796-7D644BD06B13}" dt="2025-01-18T18:02:40.061" v="2197" actId="1037"/>
          <ac:spMkLst>
            <pc:docMk/>
            <pc:sldMk cId="180530974" sldId="2142532703"/>
            <ac:spMk id="58" creationId="{46DBBFCC-786B-6D0D-5D11-611569A89571}"/>
          </ac:spMkLst>
        </pc:spChg>
        <pc:spChg chg="mod">
          <ac:chgData name="Pavel Aleman" userId="2efb7982-2bc2-4b29-878b-3d55fc136137" providerId="ADAL" clId="{F30B84E5-23FF-4C95-9796-7D644BD06B13}" dt="2025-01-18T18:02:40.061" v="2197" actId="1037"/>
          <ac:spMkLst>
            <pc:docMk/>
            <pc:sldMk cId="180530974" sldId="2142532703"/>
            <ac:spMk id="60" creationId="{590B99AB-CE24-42EE-D746-2B23E48CB166}"/>
          </ac:spMkLst>
        </pc:spChg>
        <pc:spChg chg="mod">
          <ac:chgData name="Pavel Aleman" userId="2efb7982-2bc2-4b29-878b-3d55fc136137" providerId="ADAL" clId="{F30B84E5-23FF-4C95-9796-7D644BD06B13}" dt="2025-01-18T18:02:21.646" v="2185" actId="1038"/>
          <ac:spMkLst>
            <pc:docMk/>
            <pc:sldMk cId="180530974" sldId="2142532703"/>
            <ac:spMk id="1025" creationId="{32CFE9F4-8465-FC42-AAD1-6B28007CA90D}"/>
          </ac:spMkLst>
        </pc:spChg>
        <pc:spChg chg="mod">
          <ac:chgData name="Pavel Aleman" userId="2efb7982-2bc2-4b29-878b-3d55fc136137" providerId="ADAL" clId="{F30B84E5-23FF-4C95-9796-7D644BD06B13}" dt="2025-01-18T17:53:04.651" v="1947" actId="1076"/>
          <ac:spMkLst>
            <pc:docMk/>
            <pc:sldMk cId="180530974" sldId="2142532703"/>
            <ac:spMk id="1027" creationId="{122925DD-96AC-9A24-B615-098F9AF58023}"/>
          </ac:spMkLst>
        </pc:spChg>
        <pc:spChg chg="mod">
          <ac:chgData name="Pavel Aleman" userId="2efb7982-2bc2-4b29-878b-3d55fc136137" providerId="ADAL" clId="{F30B84E5-23FF-4C95-9796-7D644BD06B13}" dt="2025-01-18T17:59:21.985" v="2151" actId="207"/>
          <ac:spMkLst>
            <pc:docMk/>
            <pc:sldMk cId="180530974" sldId="2142532703"/>
            <ac:spMk id="1030" creationId="{7BBACEB3-C3D0-73FC-202C-AD115B295A41}"/>
          </ac:spMkLst>
        </pc:spChg>
        <pc:spChg chg="add del mod">
          <ac:chgData name="Pavel Aleman" userId="2efb7982-2bc2-4b29-878b-3d55fc136137" providerId="ADAL" clId="{F30B84E5-23FF-4C95-9796-7D644BD06B13}" dt="2025-01-18T18:02:49.861" v="2199" actId="21"/>
          <ac:spMkLst>
            <pc:docMk/>
            <pc:sldMk cId="180530974" sldId="2142532703"/>
            <ac:spMk id="1031" creationId="{425CA316-AE81-663C-C78C-D6B2FF517DA6}"/>
          </ac:spMkLst>
        </pc:spChg>
        <pc:spChg chg="add del mod">
          <ac:chgData name="Pavel Aleman" userId="2efb7982-2bc2-4b29-878b-3d55fc136137" providerId="ADAL" clId="{F30B84E5-23FF-4C95-9796-7D644BD06B13}" dt="2025-01-18T18:02:49.861" v="2199" actId="21"/>
          <ac:spMkLst>
            <pc:docMk/>
            <pc:sldMk cId="180530974" sldId="2142532703"/>
            <ac:spMk id="1032" creationId="{AD18DCCF-1824-7755-9B3D-5C73B3E740ED}"/>
          </ac:spMkLst>
        </pc:spChg>
        <pc:spChg chg="del">
          <ac:chgData name="Pavel Aleman" userId="2efb7982-2bc2-4b29-878b-3d55fc136137" providerId="ADAL" clId="{F30B84E5-23FF-4C95-9796-7D644BD06B13}" dt="2025-01-17T20:27:45.668" v="298" actId="478"/>
          <ac:spMkLst>
            <pc:docMk/>
            <pc:sldMk cId="180530974" sldId="2142532703"/>
            <ac:spMk id="1049" creationId="{96F2010E-3BBF-C319-386F-CA7FB6C1A8A8}"/>
          </ac:spMkLst>
        </pc:spChg>
        <pc:spChg chg="del">
          <ac:chgData name="Pavel Aleman" userId="2efb7982-2bc2-4b29-878b-3d55fc136137" providerId="ADAL" clId="{F30B84E5-23FF-4C95-9796-7D644BD06B13}" dt="2025-01-17T20:27:45.668" v="298" actId="478"/>
          <ac:spMkLst>
            <pc:docMk/>
            <pc:sldMk cId="180530974" sldId="2142532703"/>
            <ac:spMk id="1050" creationId="{77FFC3C4-6EF1-1261-8CB8-C6D3538DFF71}"/>
          </ac:spMkLst>
        </pc:spChg>
        <pc:spChg chg="del">
          <ac:chgData name="Pavel Aleman" userId="2efb7982-2bc2-4b29-878b-3d55fc136137" providerId="ADAL" clId="{F30B84E5-23FF-4C95-9796-7D644BD06B13}" dt="2025-01-17T20:27:45.668" v="298" actId="478"/>
          <ac:spMkLst>
            <pc:docMk/>
            <pc:sldMk cId="180530974" sldId="2142532703"/>
            <ac:spMk id="1051" creationId="{DCCB5F15-844A-9345-79DE-8E1EEAF4EAED}"/>
          </ac:spMkLst>
        </pc:spChg>
        <pc:spChg chg="del mod">
          <ac:chgData name="Pavel Aleman" userId="2efb7982-2bc2-4b29-878b-3d55fc136137" providerId="ADAL" clId="{F30B84E5-23FF-4C95-9796-7D644BD06B13}" dt="2025-01-17T20:27:45.668" v="298" actId="478"/>
          <ac:spMkLst>
            <pc:docMk/>
            <pc:sldMk cId="180530974" sldId="2142532703"/>
            <ac:spMk id="1052" creationId="{6CA7396E-63EB-2A80-478B-1C8AA4B8F771}"/>
          </ac:spMkLst>
        </pc:spChg>
        <pc:spChg chg="del mod">
          <ac:chgData name="Pavel Aleman" userId="2efb7982-2bc2-4b29-878b-3d55fc136137" providerId="ADAL" clId="{F30B84E5-23FF-4C95-9796-7D644BD06B13}" dt="2025-01-17T20:27:45.668" v="298" actId="478"/>
          <ac:spMkLst>
            <pc:docMk/>
            <pc:sldMk cId="180530974" sldId="2142532703"/>
            <ac:spMk id="1053" creationId="{C0F7C2E2-E4BA-1C54-6ECE-806FFBBB7D10}"/>
          </ac:spMkLst>
        </pc:spChg>
        <pc:spChg chg="mod ord">
          <ac:chgData name="Pavel Aleman" userId="2efb7982-2bc2-4b29-878b-3d55fc136137" providerId="ADAL" clId="{F30B84E5-23FF-4C95-9796-7D644BD06B13}" dt="2025-01-18T18:03:18.991" v="2202" actId="167"/>
          <ac:spMkLst>
            <pc:docMk/>
            <pc:sldMk cId="180530974" sldId="2142532703"/>
            <ac:spMk id="3110" creationId="{9C919A2A-502B-EB1A-91D9-E4EB65DE27A5}"/>
          </ac:spMkLst>
        </pc:spChg>
        <pc:spChg chg="mod">
          <ac:chgData name="Pavel Aleman" userId="2efb7982-2bc2-4b29-878b-3d55fc136137" providerId="ADAL" clId="{F30B84E5-23FF-4C95-9796-7D644BD06B13}" dt="2025-01-18T18:03:54.187" v="2208" actId="14100"/>
          <ac:spMkLst>
            <pc:docMk/>
            <pc:sldMk cId="180530974" sldId="2142532703"/>
            <ac:spMk id="3113" creationId="{D304FDAE-021B-8BA7-DA4C-531F4C57D79C}"/>
          </ac:spMkLst>
        </pc:spChg>
        <pc:spChg chg="mod">
          <ac:chgData name="Pavel Aleman" userId="2efb7982-2bc2-4b29-878b-3d55fc136137" providerId="ADAL" clId="{F30B84E5-23FF-4C95-9796-7D644BD06B13}" dt="2025-01-18T18:02:21.646" v="2185" actId="1038"/>
          <ac:spMkLst>
            <pc:docMk/>
            <pc:sldMk cId="180530974" sldId="2142532703"/>
            <ac:spMk id="3114" creationId="{F78A6447-80F9-FA9C-FE4D-55D5D58BB4FA}"/>
          </ac:spMkLst>
        </pc:spChg>
        <pc:spChg chg="mod ord">
          <ac:chgData name="Pavel Aleman" userId="2efb7982-2bc2-4b29-878b-3d55fc136137" providerId="ADAL" clId="{F30B84E5-23FF-4C95-9796-7D644BD06B13}" dt="2025-01-18T18:02:26.893" v="2186" actId="14100"/>
          <ac:spMkLst>
            <pc:docMk/>
            <pc:sldMk cId="180530974" sldId="2142532703"/>
            <ac:spMk id="3117" creationId="{9792A9AB-03B5-E9E9-061C-5CFB65A77C8F}"/>
          </ac:spMkLst>
        </pc:spChg>
        <pc:spChg chg="add mod">
          <ac:chgData name="Pavel Aleman" userId="2efb7982-2bc2-4b29-878b-3d55fc136137" providerId="ADAL" clId="{F30B84E5-23FF-4C95-9796-7D644BD06B13}" dt="2025-01-18T17:53:07.696" v="1948" actId="1076"/>
          <ac:spMkLst>
            <pc:docMk/>
            <pc:sldMk cId="180530974" sldId="2142532703"/>
            <ac:spMk id="3137" creationId="{3928F1B9-87CA-C0F7-39AB-EC93B6543452}"/>
          </ac:spMkLst>
        </pc:spChg>
        <pc:spChg chg="mod ord">
          <ac:chgData name="Pavel Aleman" userId="2efb7982-2bc2-4b29-878b-3d55fc136137" providerId="ADAL" clId="{F30B84E5-23FF-4C95-9796-7D644BD06B13}" dt="2025-01-18T18:04:10.543" v="2210" actId="14100"/>
          <ac:spMkLst>
            <pc:docMk/>
            <pc:sldMk cId="180530974" sldId="2142532703"/>
            <ac:spMk id="3145" creationId="{9C8FAF03-E799-2A68-49CE-4C45B13B89C6}"/>
          </ac:spMkLst>
        </pc:spChg>
        <pc:spChg chg="mod">
          <ac:chgData name="Pavel Aleman" userId="2efb7982-2bc2-4b29-878b-3d55fc136137" providerId="ADAL" clId="{F30B84E5-23FF-4C95-9796-7D644BD06B13}" dt="2025-01-18T18:03:58.457" v="2209" actId="14100"/>
          <ac:spMkLst>
            <pc:docMk/>
            <pc:sldMk cId="180530974" sldId="2142532703"/>
            <ac:spMk id="3148" creationId="{D66492C9-D095-F649-47DC-635FFF072AFE}"/>
          </ac:spMkLst>
        </pc:spChg>
        <pc:spChg chg="mod">
          <ac:chgData name="Pavel Aleman" userId="2efb7982-2bc2-4b29-878b-3d55fc136137" providerId="ADAL" clId="{F30B84E5-23FF-4C95-9796-7D644BD06B13}" dt="2025-01-18T18:02:40.061" v="2197" actId="1037"/>
          <ac:spMkLst>
            <pc:docMk/>
            <pc:sldMk cId="180530974" sldId="2142532703"/>
            <ac:spMk id="3149" creationId="{2CFAD695-0304-60C0-9ABD-D7278D00E801}"/>
          </ac:spMkLst>
        </pc:spChg>
        <pc:spChg chg="mod">
          <ac:chgData name="Pavel Aleman" userId="2efb7982-2bc2-4b29-878b-3d55fc136137" providerId="ADAL" clId="{F30B84E5-23FF-4C95-9796-7D644BD06B13}" dt="2025-01-18T17:51:14.385" v="1871" actId="1076"/>
          <ac:spMkLst>
            <pc:docMk/>
            <pc:sldMk cId="180530974" sldId="2142532703"/>
            <ac:spMk id="3154" creationId="{03EE4E89-7E0C-0272-656B-C7F99525B6AB}"/>
          </ac:spMkLst>
        </pc:spChg>
        <pc:spChg chg="mod">
          <ac:chgData name="Pavel Aleman" userId="2efb7982-2bc2-4b29-878b-3d55fc136137" providerId="ADAL" clId="{F30B84E5-23FF-4C95-9796-7D644BD06B13}" dt="2025-01-18T17:51:14.385" v="1871" actId="1076"/>
          <ac:spMkLst>
            <pc:docMk/>
            <pc:sldMk cId="180530974" sldId="2142532703"/>
            <ac:spMk id="3155" creationId="{67EE6867-57BB-0C82-C22E-8E2F5CBAE033}"/>
          </ac:spMkLst>
        </pc:spChg>
        <pc:spChg chg="mod">
          <ac:chgData name="Pavel Aleman" userId="2efb7982-2bc2-4b29-878b-3d55fc136137" providerId="ADAL" clId="{F30B84E5-23FF-4C95-9796-7D644BD06B13}" dt="2025-01-18T17:51:14.385" v="1871" actId="1076"/>
          <ac:spMkLst>
            <pc:docMk/>
            <pc:sldMk cId="180530974" sldId="2142532703"/>
            <ac:spMk id="3157" creationId="{B67200E1-1F13-0071-6D85-6489473347ED}"/>
          </ac:spMkLst>
        </pc:spChg>
        <pc:spChg chg="mod">
          <ac:chgData name="Pavel Aleman" userId="2efb7982-2bc2-4b29-878b-3d55fc136137" providerId="ADAL" clId="{F30B84E5-23FF-4C95-9796-7D644BD06B13}" dt="2025-01-18T17:51:14.385" v="1871" actId="1076"/>
          <ac:spMkLst>
            <pc:docMk/>
            <pc:sldMk cId="180530974" sldId="2142532703"/>
            <ac:spMk id="3159" creationId="{FAA5EE8C-E6F4-A186-9689-BF37E11624BF}"/>
          </ac:spMkLst>
        </pc:spChg>
        <pc:spChg chg="mod">
          <ac:chgData name="Pavel Aleman" userId="2efb7982-2bc2-4b29-878b-3d55fc136137" providerId="ADAL" clId="{F30B84E5-23FF-4C95-9796-7D644BD06B13}" dt="2025-01-18T18:02:21.646" v="2185" actId="1038"/>
          <ac:spMkLst>
            <pc:docMk/>
            <pc:sldMk cId="180530974" sldId="2142532703"/>
            <ac:spMk id="3161" creationId="{79FD3B81-1798-E0B1-81D2-6131A6B685E1}"/>
          </ac:spMkLst>
        </pc:spChg>
        <pc:spChg chg="mod">
          <ac:chgData name="Pavel Aleman" userId="2efb7982-2bc2-4b29-878b-3d55fc136137" providerId="ADAL" clId="{F30B84E5-23FF-4C95-9796-7D644BD06B13}" dt="2025-01-18T17:51:14.385" v="1871" actId="1076"/>
          <ac:spMkLst>
            <pc:docMk/>
            <pc:sldMk cId="180530974" sldId="2142532703"/>
            <ac:spMk id="3163" creationId="{5A10A369-86B4-2571-450A-6326F25EF132}"/>
          </ac:spMkLst>
        </pc:spChg>
        <pc:spChg chg="mod">
          <ac:chgData name="Pavel Aleman" userId="2efb7982-2bc2-4b29-878b-3d55fc136137" providerId="ADAL" clId="{F30B84E5-23FF-4C95-9796-7D644BD06B13}" dt="2025-01-18T17:51:14.385" v="1871" actId="1076"/>
          <ac:spMkLst>
            <pc:docMk/>
            <pc:sldMk cId="180530974" sldId="2142532703"/>
            <ac:spMk id="3165" creationId="{2F89C9C3-5419-A47E-3713-52136AE9559B}"/>
          </ac:spMkLst>
        </pc:spChg>
        <pc:spChg chg="mod">
          <ac:chgData name="Pavel Aleman" userId="2efb7982-2bc2-4b29-878b-3d55fc136137" providerId="ADAL" clId="{F30B84E5-23FF-4C95-9796-7D644BD06B13}" dt="2025-01-18T18:02:21.646" v="2185" actId="1038"/>
          <ac:spMkLst>
            <pc:docMk/>
            <pc:sldMk cId="180530974" sldId="2142532703"/>
            <ac:spMk id="3166" creationId="{008DAEA8-9A91-00A3-3C8E-01B2C9A2BA38}"/>
          </ac:spMkLst>
        </pc:spChg>
        <pc:spChg chg="mod">
          <ac:chgData name="Pavel Aleman" userId="2efb7982-2bc2-4b29-878b-3d55fc136137" providerId="ADAL" clId="{F30B84E5-23FF-4C95-9796-7D644BD06B13}" dt="2025-01-18T18:02:21.646" v="2185" actId="1038"/>
          <ac:spMkLst>
            <pc:docMk/>
            <pc:sldMk cId="180530974" sldId="2142532703"/>
            <ac:spMk id="3169" creationId="{FD1224D3-749E-9F1A-7D1C-DB3C4F2B680C}"/>
          </ac:spMkLst>
        </pc:spChg>
        <pc:spChg chg="mod">
          <ac:chgData name="Pavel Aleman" userId="2efb7982-2bc2-4b29-878b-3d55fc136137" providerId="ADAL" clId="{F30B84E5-23FF-4C95-9796-7D644BD06B13}" dt="2025-01-18T18:02:21.646" v="2185" actId="1038"/>
          <ac:spMkLst>
            <pc:docMk/>
            <pc:sldMk cId="180530974" sldId="2142532703"/>
            <ac:spMk id="3172" creationId="{6808528B-BC4C-D5F0-09A2-A2D77699C92C}"/>
          </ac:spMkLst>
        </pc:spChg>
        <pc:spChg chg="mod ord">
          <ac:chgData name="Pavel Aleman" userId="2efb7982-2bc2-4b29-878b-3d55fc136137" providerId="ADAL" clId="{F30B84E5-23FF-4C95-9796-7D644BD06B13}" dt="2025-01-18T18:01:47.163" v="2161" actId="166"/>
          <ac:spMkLst>
            <pc:docMk/>
            <pc:sldMk cId="180530974" sldId="2142532703"/>
            <ac:spMk id="3173" creationId="{87DB2049-C147-7629-BD0A-7EB714B157E3}"/>
          </ac:spMkLst>
        </pc:spChg>
        <pc:spChg chg="mod ord">
          <ac:chgData name="Pavel Aleman" userId="2efb7982-2bc2-4b29-878b-3d55fc136137" providerId="ADAL" clId="{F30B84E5-23FF-4C95-9796-7D644BD06B13}" dt="2025-01-18T18:01:47.163" v="2161" actId="166"/>
          <ac:spMkLst>
            <pc:docMk/>
            <pc:sldMk cId="180530974" sldId="2142532703"/>
            <ac:spMk id="3174" creationId="{08D924EA-FCE0-D981-4403-E73050AB7D06}"/>
          </ac:spMkLst>
        </pc:spChg>
        <pc:spChg chg="mod ord">
          <ac:chgData name="Pavel Aleman" userId="2efb7982-2bc2-4b29-878b-3d55fc136137" providerId="ADAL" clId="{F30B84E5-23FF-4C95-9796-7D644BD06B13}" dt="2025-01-18T18:01:47.163" v="2161" actId="166"/>
          <ac:spMkLst>
            <pc:docMk/>
            <pc:sldMk cId="180530974" sldId="2142532703"/>
            <ac:spMk id="3175" creationId="{4060837B-F978-67C9-0DE8-752A85A50FF8}"/>
          </ac:spMkLst>
        </pc:spChg>
        <pc:spChg chg="mod ord">
          <ac:chgData name="Pavel Aleman" userId="2efb7982-2bc2-4b29-878b-3d55fc136137" providerId="ADAL" clId="{F30B84E5-23FF-4C95-9796-7D644BD06B13}" dt="2025-01-18T18:01:47.163" v="2161" actId="166"/>
          <ac:spMkLst>
            <pc:docMk/>
            <pc:sldMk cId="180530974" sldId="2142532703"/>
            <ac:spMk id="3176" creationId="{0B229F87-F344-AE2A-599C-18C44CE50A4E}"/>
          </ac:spMkLst>
        </pc:spChg>
        <pc:spChg chg="mod">
          <ac:chgData name="Pavel Aleman" userId="2efb7982-2bc2-4b29-878b-3d55fc136137" providerId="ADAL" clId="{F30B84E5-23FF-4C95-9796-7D644BD06B13}" dt="2025-01-18T18:02:21.646" v="2185" actId="1038"/>
          <ac:spMkLst>
            <pc:docMk/>
            <pc:sldMk cId="180530974" sldId="2142532703"/>
            <ac:spMk id="3178" creationId="{58F5E894-FF31-3999-5849-721A2C7E4E1B}"/>
          </ac:spMkLst>
        </pc:spChg>
        <pc:spChg chg="add mod">
          <ac:chgData name="Pavel Aleman" userId="2efb7982-2bc2-4b29-878b-3d55fc136137" providerId="ADAL" clId="{F30B84E5-23FF-4C95-9796-7D644BD06B13}" dt="2025-01-18T17:54:07.298" v="1960" actId="1076"/>
          <ac:spMkLst>
            <pc:docMk/>
            <pc:sldMk cId="180530974" sldId="2142532703"/>
            <ac:spMk id="3179" creationId="{683FC893-F0FF-F0AA-7B50-01AD5695D493}"/>
          </ac:spMkLst>
        </pc:spChg>
        <pc:spChg chg="add mod">
          <ac:chgData name="Pavel Aleman" userId="2efb7982-2bc2-4b29-878b-3d55fc136137" providerId="ADAL" clId="{F30B84E5-23FF-4C95-9796-7D644BD06B13}" dt="2025-01-18T17:54:07.298" v="1960" actId="1076"/>
          <ac:spMkLst>
            <pc:docMk/>
            <pc:sldMk cId="180530974" sldId="2142532703"/>
            <ac:spMk id="3181" creationId="{E9003C5F-CE7E-6421-AA7C-92A2A94CEBC4}"/>
          </ac:spMkLst>
        </pc:spChg>
        <pc:spChg chg="mod">
          <ac:chgData name="Pavel Aleman" userId="2efb7982-2bc2-4b29-878b-3d55fc136137" providerId="ADAL" clId="{F30B84E5-23FF-4C95-9796-7D644BD06B13}" dt="2025-01-18T17:54:26.536" v="1976" actId="1037"/>
          <ac:spMkLst>
            <pc:docMk/>
            <pc:sldMk cId="180530974" sldId="2142532703"/>
            <ac:spMk id="3183" creationId="{9B0FDA8E-5F68-1D1E-208E-7D68BB1B2445}"/>
          </ac:spMkLst>
        </pc:spChg>
        <pc:spChg chg="mod">
          <ac:chgData name="Pavel Aleman" userId="2efb7982-2bc2-4b29-878b-3d55fc136137" providerId="ADAL" clId="{F30B84E5-23FF-4C95-9796-7D644BD06B13}" dt="2025-01-18T17:50:11.106" v="1835" actId="1035"/>
          <ac:spMkLst>
            <pc:docMk/>
            <pc:sldMk cId="180530974" sldId="2142532703"/>
            <ac:spMk id="3184" creationId="{8A27B55C-90D1-BC02-A0C7-FD9A0ECD4D65}"/>
          </ac:spMkLst>
        </pc:spChg>
        <pc:spChg chg="mod">
          <ac:chgData name="Pavel Aleman" userId="2efb7982-2bc2-4b29-878b-3d55fc136137" providerId="ADAL" clId="{F30B84E5-23FF-4C95-9796-7D644BD06B13}" dt="2025-01-18T17:52:58.063" v="1945" actId="1035"/>
          <ac:spMkLst>
            <pc:docMk/>
            <pc:sldMk cId="180530974" sldId="2142532703"/>
            <ac:spMk id="3189" creationId="{60465060-4EF5-FA9E-1C0A-A4CC5EA017C0}"/>
          </ac:spMkLst>
        </pc:spChg>
        <pc:spChg chg="mod">
          <ac:chgData name="Pavel Aleman" userId="2efb7982-2bc2-4b29-878b-3d55fc136137" providerId="ADAL" clId="{F30B84E5-23FF-4C95-9796-7D644BD06B13}" dt="2025-01-18T17:52:58.063" v="1945" actId="1035"/>
          <ac:spMkLst>
            <pc:docMk/>
            <pc:sldMk cId="180530974" sldId="2142532703"/>
            <ac:spMk id="3190" creationId="{B1DC228B-C205-A3EC-1969-4F820376E081}"/>
          </ac:spMkLst>
        </pc:spChg>
        <pc:spChg chg="mod">
          <ac:chgData name="Pavel Aleman" userId="2efb7982-2bc2-4b29-878b-3d55fc136137" providerId="ADAL" clId="{F30B84E5-23FF-4C95-9796-7D644BD06B13}" dt="2025-01-18T18:02:21.646" v="2185" actId="1038"/>
          <ac:spMkLst>
            <pc:docMk/>
            <pc:sldMk cId="180530974" sldId="2142532703"/>
            <ac:spMk id="3191" creationId="{850275EF-3CE7-E66D-20B5-1446D8F071E8}"/>
          </ac:spMkLst>
        </pc:spChg>
        <pc:spChg chg="mod">
          <ac:chgData name="Pavel Aleman" userId="2efb7982-2bc2-4b29-878b-3d55fc136137" providerId="ADAL" clId="{F30B84E5-23FF-4C95-9796-7D644BD06B13}" dt="2025-01-18T18:02:21.646" v="2185" actId="1038"/>
          <ac:spMkLst>
            <pc:docMk/>
            <pc:sldMk cId="180530974" sldId="2142532703"/>
            <ac:spMk id="3192" creationId="{9005D4D1-73DC-AB16-4F6B-34ABF5D7A5DA}"/>
          </ac:spMkLst>
        </pc:spChg>
        <pc:spChg chg="mod">
          <ac:chgData name="Pavel Aleman" userId="2efb7982-2bc2-4b29-878b-3d55fc136137" providerId="ADAL" clId="{F30B84E5-23FF-4C95-9796-7D644BD06B13}" dt="2025-01-18T18:02:21.646" v="2185" actId="1038"/>
          <ac:spMkLst>
            <pc:docMk/>
            <pc:sldMk cId="180530974" sldId="2142532703"/>
            <ac:spMk id="3194" creationId="{BF9A3BA2-B3CC-1FA2-0865-E9E63DEC8A2A}"/>
          </ac:spMkLst>
        </pc:spChg>
        <pc:spChg chg="mod">
          <ac:chgData name="Pavel Aleman" userId="2efb7982-2bc2-4b29-878b-3d55fc136137" providerId="ADAL" clId="{F30B84E5-23FF-4C95-9796-7D644BD06B13}" dt="2025-01-18T18:02:21.646" v="2185" actId="1038"/>
          <ac:spMkLst>
            <pc:docMk/>
            <pc:sldMk cId="180530974" sldId="2142532703"/>
            <ac:spMk id="3196" creationId="{5C1C67AC-9472-16E1-B154-7E2E57AA64D1}"/>
          </ac:spMkLst>
        </pc:spChg>
        <pc:spChg chg="mod">
          <ac:chgData name="Pavel Aleman" userId="2efb7982-2bc2-4b29-878b-3d55fc136137" providerId="ADAL" clId="{F30B84E5-23FF-4C95-9796-7D644BD06B13}" dt="2025-01-18T17:52:58.063" v="1945" actId="1035"/>
          <ac:spMkLst>
            <pc:docMk/>
            <pc:sldMk cId="180530974" sldId="2142532703"/>
            <ac:spMk id="3198" creationId="{7ECE42D7-360E-A3A9-4DDF-5FD28D0D0C8C}"/>
          </ac:spMkLst>
        </pc:spChg>
        <pc:grpChg chg="mod">
          <ac:chgData name="Pavel Aleman" userId="2efb7982-2bc2-4b29-878b-3d55fc136137" providerId="ADAL" clId="{F30B84E5-23FF-4C95-9796-7D644BD06B13}" dt="2025-01-18T18:02:40.061" v="2197" actId="1037"/>
          <ac:grpSpMkLst>
            <pc:docMk/>
            <pc:sldMk cId="180530974" sldId="2142532703"/>
            <ac:grpSpMk id="14" creationId="{19E64528-8624-CD7B-DB34-4C89BE2BA30F}"/>
          </ac:grpSpMkLst>
        </pc:grpChg>
        <pc:grpChg chg="add mod">
          <ac:chgData name="Pavel Aleman" userId="2efb7982-2bc2-4b29-878b-3d55fc136137" providerId="ADAL" clId="{F30B84E5-23FF-4C95-9796-7D644BD06B13}" dt="2025-01-18T18:02:40.061" v="2197" actId="1037"/>
          <ac:grpSpMkLst>
            <pc:docMk/>
            <pc:sldMk cId="180530974" sldId="2142532703"/>
            <ac:grpSpMk id="51" creationId="{E2815B01-CD32-5296-60B5-C06B38D161C9}"/>
          </ac:grpSpMkLst>
        </pc:grpChg>
        <pc:grpChg chg="mod">
          <ac:chgData name="Pavel Aleman" userId="2efb7982-2bc2-4b29-878b-3d55fc136137" providerId="ADAL" clId="{F30B84E5-23FF-4C95-9796-7D644BD06B13}" dt="2025-01-18T17:52:58.063" v="1945" actId="1035"/>
          <ac:grpSpMkLst>
            <pc:docMk/>
            <pc:sldMk cId="180530974" sldId="2142532703"/>
            <ac:grpSpMk id="1043" creationId="{6C39C934-198E-C73C-E785-D2999CDD93C0}"/>
          </ac:grpSpMkLst>
        </pc:grpChg>
        <pc:grpChg chg="del mod">
          <ac:chgData name="Pavel Aleman" userId="2efb7982-2bc2-4b29-878b-3d55fc136137" providerId="ADAL" clId="{F30B84E5-23FF-4C95-9796-7D644BD06B13}" dt="2025-01-18T17:53:24.974" v="1950" actId="478"/>
          <ac:grpSpMkLst>
            <pc:docMk/>
            <pc:sldMk cId="180530974" sldId="2142532703"/>
            <ac:grpSpMk id="3153" creationId="{8EC8D0AB-1BAB-6C92-3C88-74810450623D}"/>
          </ac:grpSpMkLst>
        </pc:grpChg>
        <pc:grpChg chg="add mod">
          <ac:chgData name="Pavel Aleman" userId="2efb7982-2bc2-4b29-878b-3d55fc136137" providerId="ADAL" clId="{F30B84E5-23FF-4C95-9796-7D644BD06B13}" dt="2025-01-18T18:02:21.646" v="2185" actId="1038"/>
          <ac:grpSpMkLst>
            <pc:docMk/>
            <pc:sldMk cId="180530974" sldId="2142532703"/>
            <ac:grpSpMk id="3160" creationId="{B5D9A567-323B-5A5A-0F67-3F5741178F59}"/>
          </ac:grpSpMkLst>
        </pc:grpChg>
        <pc:grpChg chg="add mod">
          <ac:chgData name="Pavel Aleman" userId="2efb7982-2bc2-4b29-878b-3d55fc136137" providerId="ADAL" clId="{F30B84E5-23FF-4C95-9796-7D644BD06B13}" dt="2025-01-18T18:02:21.646" v="2185" actId="1038"/>
          <ac:grpSpMkLst>
            <pc:docMk/>
            <pc:sldMk cId="180530974" sldId="2142532703"/>
            <ac:grpSpMk id="3187" creationId="{AC65F535-8059-7ADB-0FD2-428614287B91}"/>
          </ac:grpSpMkLst>
        </pc:grpChg>
        <pc:grpChg chg="mod">
          <ac:chgData name="Pavel Aleman" userId="2efb7982-2bc2-4b29-878b-3d55fc136137" providerId="ADAL" clId="{F30B84E5-23FF-4C95-9796-7D644BD06B13}" dt="2025-01-18T17:52:58.063" v="1945" actId="1035"/>
          <ac:grpSpMkLst>
            <pc:docMk/>
            <pc:sldMk cId="180530974" sldId="2142532703"/>
            <ac:grpSpMk id="3188" creationId="{F2225CFD-75B9-65B0-6B6C-D8294A5575E4}"/>
          </ac:grpSpMkLst>
        </pc:grpChg>
        <pc:picChg chg="add mod">
          <ac:chgData name="Pavel Aleman" userId="2efb7982-2bc2-4b29-878b-3d55fc136137" providerId="ADAL" clId="{F30B84E5-23FF-4C95-9796-7D644BD06B13}" dt="2025-01-18T17:54:13.628" v="1961" actId="1076"/>
          <ac:picMkLst>
            <pc:docMk/>
            <pc:sldMk cId="180530974" sldId="2142532703"/>
            <ac:picMk id="10" creationId="{890BBCD9-F391-FD59-6410-AD665DDF85D0}"/>
          </ac:picMkLst>
        </pc:picChg>
        <pc:picChg chg="mod">
          <ac:chgData name="Pavel Aleman" userId="2efb7982-2bc2-4b29-878b-3d55fc136137" providerId="ADAL" clId="{F30B84E5-23FF-4C95-9796-7D644BD06B13}" dt="2025-01-18T18:02:40.061" v="2197" actId="1037"/>
          <ac:picMkLst>
            <pc:docMk/>
            <pc:sldMk cId="180530974" sldId="2142532703"/>
            <ac:picMk id="17" creationId="{C07541B9-63D4-5C68-2A44-4FDAD4D2F74B}"/>
          </ac:picMkLst>
        </pc:picChg>
        <pc:picChg chg="mod">
          <ac:chgData name="Pavel Aleman" userId="2efb7982-2bc2-4b29-878b-3d55fc136137" providerId="ADAL" clId="{F30B84E5-23FF-4C95-9796-7D644BD06B13}" dt="2025-01-18T18:02:40.061" v="2197" actId="1037"/>
          <ac:picMkLst>
            <pc:docMk/>
            <pc:sldMk cId="180530974" sldId="2142532703"/>
            <ac:picMk id="21" creationId="{B9A5230E-26D5-0B48-EF36-C51E5C6FA4FA}"/>
          </ac:picMkLst>
        </pc:picChg>
        <pc:picChg chg="del mod">
          <ac:chgData name="Pavel Aleman" userId="2efb7982-2bc2-4b29-878b-3d55fc136137" providerId="ADAL" clId="{F30B84E5-23FF-4C95-9796-7D644BD06B13}" dt="2025-01-18T17:43:29.886" v="1683" actId="478"/>
          <ac:picMkLst>
            <pc:docMk/>
            <pc:sldMk cId="180530974" sldId="2142532703"/>
            <ac:picMk id="25" creationId="{6FA46A40-FCE2-7D14-336E-CFD7E2194378}"/>
          </ac:picMkLst>
        </pc:picChg>
        <pc:picChg chg="mod">
          <ac:chgData name="Pavel Aleman" userId="2efb7982-2bc2-4b29-878b-3d55fc136137" providerId="ADAL" clId="{F30B84E5-23FF-4C95-9796-7D644BD06B13}" dt="2025-01-18T18:02:40.061" v="2197" actId="1037"/>
          <ac:picMkLst>
            <pc:docMk/>
            <pc:sldMk cId="180530974" sldId="2142532703"/>
            <ac:picMk id="28" creationId="{869B078B-9023-9520-6129-4F7E8D1408DD}"/>
          </ac:picMkLst>
        </pc:picChg>
        <pc:picChg chg="mod">
          <ac:chgData name="Pavel Aleman" userId="2efb7982-2bc2-4b29-878b-3d55fc136137" providerId="ADAL" clId="{F30B84E5-23FF-4C95-9796-7D644BD06B13}" dt="2025-01-18T18:02:40.061" v="2197" actId="1037"/>
          <ac:picMkLst>
            <pc:docMk/>
            <pc:sldMk cId="180530974" sldId="2142532703"/>
            <ac:picMk id="54" creationId="{D7B726AF-44F5-609E-CF46-B71ACF6D530A}"/>
          </ac:picMkLst>
        </pc:picChg>
        <pc:picChg chg="mod">
          <ac:chgData name="Pavel Aleman" userId="2efb7982-2bc2-4b29-878b-3d55fc136137" providerId="ADAL" clId="{F30B84E5-23FF-4C95-9796-7D644BD06B13}" dt="2025-01-18T18:02:40.061" v="2197" actId="1037"/>
          <ac:picMkLst>
            <pc:docMk/>
            <pc:sldMk cId="180530974" sldId="2142532703"/>
            <ac:picMk id="57" creationId="{9F371C86-5D21-765F-D29F-A9987881E7B1}"/>
          </ac:picMkLst>
        </pc:picChg>
        <pc:picChg chg="mod">
          <ac:chgData name="Pavel Aleman" userId="2efb7982-2bc2-4b29-878b-3d55fc136137" providerId="ADAL" clId="{F30B84E5-23FF-4C95-9796-7D644BD06B13}" dt="2025-01-18T18:02:40.061" v="2197" actId="1037"/>
          <ac:picMkLst>
            <pc:docMk/>
            <pc:sldMk cId="180530974" sldId="2142532703"/>
            <ac:picMk id="59" creationId="{F0499ABD-F0A0-776A-E6FA-33BE978EA1B9}"/>
          </ac:picMkLst>
        </pc:picChg>
        <pc:picChg chg="mod">
          <ac:chgData name="Pavel Aleman" userId="2efb7982-2bc2-4b29-878b-3d55fc136137" providerId="ADAL" clId="{F30B84E5-23FF-4C95-9796-7D644BD06B13}" dt="2025-01-18T18:02:21.646" v="2185" actId="1038"/>
          <ac:picMkLst>
            <pc:docMk/>
            <pc:sldMk cId="180530974" sldId="2142532703"/>
            <ac:picMk id="1024" creationId="{6120BD16-B666-94DA-58A1-AA6C1F3A2B87}"/>
          </ac:picMkLst>
        </pc:picChg>
        <pc:picChg chg="mod">
          <ac:chgData name="Pavel Aleman" userId="2efb7982-2bc2-4b29-878b-3d55fc136137" providerId="ADAL" clId="{F30B84E5-23FF-4C95-9796-7D644BD06B13}" dt="2025-01-18T18:04:17.491" v="2211" actId="1076"/>
          <ac:picMkLst>
            <pc:docMk/>
            <pc:sldMk cId="180530974" sldId="2142532703"/>
            <ac:picMk id="3112" creationId="{FD021007-8315-3955-C318-AA60F9C1F84B}"/>
          </ac:picMkLst>
        </pc:picChg>
        <pc:picChg chg="mod ord">
          <ac:chgData name="Pavel Aleman" userId="2efb7982-2bc2-4b29-878b-3d55fc136137" providerId="ADAL" clId="{F30B84E5-23FF-4C95-9796-7D644BD06B13}" dt="2025-01-18T18:01:47.163" v="2161" actId="166"/>
          <ac:picMkLst>
            <pc:docMk/>
            <pc:sldMk cId="180530974" sldId="2142532703"/>
            <ac:picMk id="3141" creationId="{6F776E87-4F32-9A0F-7918-5FD8B98734FD}"/>
          </ac:picMkLst>
        </pc:picChg>
        <pc:picChg chg="mod ord">
          <ac:chgData name="Pavel Aleman" userId="2efb7982-2bc2-4b29-878b-3d55fc136137" providerId="ADAL" clId="{F30B84E5-23FF-4C95-9796-7D644BD06B13}" dt="2025-01-18T18:01:47.163" v="2161" actId="166"/>
          <ac:picMkLst>
            <pc:docMk/>
            <pc:sldMk cId="180530974" sldId="2142532703"/>
            <ac:picMk id="3144" creationId="{71653FDD-FD2F-5C7B-2EFA-273DFC3C7A75}"/>
          </ac:picMkLst>
        </pc:picChg>
        <pc:picChg chg="mod ord">
          <ac:chgData name="Pavel Aleman" userId="2efb7982-2bc2-4b29-878b-3d55fc136137" providerId="ADAL" clId="{F30B84E5-23FF-4C95-9796-7D644BD06B13}" dt="2025-01-18T18:01:47.163" v="2161" actId="166"/>
          <ac:picMkLst>
            <pc:docMk/>
            <pc:sldMk cId="180530974" sldId="2142532703"/>
            <ac:picMk id="3146" creationId="{2363DA35-0FE7-B1C7-6B32-FC60BF92FA11}"/>
          </ac:picMkLst>
        </pc:picChg>
        <pc:picChg chg="mod ord">
          <ac:chgData name="Pavel Aleman" userId="2efb7982-2bc2-4b29-878b-3d55fc136137" providerId="ADAL" clId="{F30B84E5-23FF-4C95-9796-7D644BD06B13}" dt="2025-01-18T18:01:47.163" v="2161" actId="166"/>
          <ac:picMkLst>
            <pc:docMk/>
            <pc:sldMk cId="180530974" sldId="2142532703"/>
            <ac:picMk id="3147" creationId="{CC0F3B2C-DB20-2CF5-6869-305EEFCE7ADC}"/>
          </ac:picMkLst>
        </pc:picChg>
        <pc:picChg chg="mod">
          <ac:chgData name="Pavel Aleman" userId="2efb7982-2bc2-4b29-878b-3d55fc136137" providerId="ADAL" clId="{F30B84E5-23FF-4C95-9796-7D644BD06B13}" dt="2025-01-18T17:51:14.385" v="1871" actId="1076"/>
          <ac:picMkLst>
            <pc:docMk/>
            <pc:sldMk cId="180530974" sldId="2142532703"/>
            <ac:picMk id="3156" creationId="{FB70765B-FAF3-7938-3AE4-C3E81E61BECA}"/>
          </ac:picMkLst>
        </pc:picChg>
        <pc:picChg chg="mod">
          <ac:chgData name="Pavel Aleman" userId="2efb7982-2bc2-4b29-878b-3d55fc136137" providerId="ADAL" clId="{F30B84E5-23FF-4C95-9796-7D644BD06B13}" dt="2025-01-18T17:51:14.385" v="1871" actId="1076"/>
          <ac:picMkLst>
            <pc:docMk/>
            <pc:sldMk cId="180530974" sldId="2142532703"/>
            <ac:picMk id="3158" creationId="{73962320-02F4-A83F-737D-F60E8DCB4212}"/>
          </ac:picMkLst>
        </pc:picChg>
        <pc:picChg chg="mod">
          <ac:chgData name="Pavel Aleman" userId="2efb7982-2bc2-4b29-878b-3d55fc136137" providerId="ADAL" clId="{F30B84E5-23FF-4C95-9796-7D644BD06B13}" dt="2025-01-18T17:51:14.385" v="1871" actId="1076"/>
          <ac:picMkLst>
            <pc:docMk/>
            <pc:sldMk cId="180530974" sldId="2142532703"/>
            <ac:picMk id="3162" creationId="{2B454572-97CB-CEE0-52AE-7088C030B487}"/>
          </ac:picMkLst>
        </pc:picChg>
        <pc:picChg chg="mod">
          <ac:chgData name="Pavel Aleman" userId="2efb7982-2bc2-4b29-878b-3d55fc136137" providerId="ADAL" clId="{F30B84E5-23FF-4C95-9796-7D644BD06B13}" dt="2025-01-18T17:51:14.385" v="1871" actId="1076"/>
          <ac:picMkLst>
            <pc:docMk/>
            <pc:sldMk cId="180530974" sldId="2142532703"/>
            <ac:picMk id="3164" creationId="{30A201AF-0D4B-2269-E247-EE7B9AE4C6EA}"/>
          </ac:picMkLst>
        </pc:picChg>
        <pc:picChg chg="mod">
          <ac:chgData name="Pavel Aleman" userId="2efb7982-2bc2-4b29-878b-3d55fc136137" providerId="ADAL" clId="{F30B84E5-23FF-4C95-9796-7D644BD06B13}" dt="2025-01-18T18:02:21.646" v="2185" actId="1038"/>
          <ac:picMkLst>
            <pc:docMk/>
            <pc:sldMk cId="180530974" sldId="2142532703"/>
            <ac:picMk id="3167" creationId="{CBB74B69-CF5D-B877-98AA-E29747ED9ADE}"/>
          </ac:picMkLst>
        </pc:picChg>
        <pc:picChg chg="mod">
          <ac:chgData name="Pavel Aleman" userId="2efb7982-2bc2-4b29-878b-3d55fc136137" providerId="ADAL" clId="{F30B84E5-23FF-4C95-9796-7D644BD06B13}" dt="2025-01-18T18:02:21.646" v="2185" actId="1038"/>
          <ac:picMkLst>
            <pc:docMk/>
            <pc:sldMk cId="180530974" sldId="2142532703"/>
            <ac:picMk id="3171" creationId="{F79F9376-A6B9-4AB7-6202-C9E51EF095D8}"/>
          </ac:picMkLst>
        </pc:picChg>
        <pc:picChg chg="mod">
          <ac:chgData name="Pavel Aleman" userId="2efb7982-2bc2-4b29-878b-3d55fc136137" providerId="ADAL" clId="{F30B84E5-23FF-4C95-9796-7D644BD06B13}" dt="2025-01-18T18:02:21.646" v="2185" actId="1038"/>
          <ac:picMkLst>
            <pc:docMk/>
            <pc:sldMk cId="180530974" sldId="2142532703"/>
            <ac:picMk id="3177" creationId="{568D0FA6-F031-1B4D-DE7B-9AB09DEE344E}"/>
          </ac:picMkLst>
        </pc:picChg>
        <pc:picChg chg="add mod">
          <ac:chgData name="Pavel Aleman" userId="2efb7982-2bc2-4b29-878b-3d55fc136137" providerId="ADAL" clId="{F30B84E5-23FF-4C95-9796-7D644BD06B13}" dt="2025-01-18T17:54:07.298" v="1960" actId="1076"/>
          <ac:picMkLst>
            <pc:docMk/>
            <pc:sldMk cId="180530974" sldId="2142532703"/>
            <ac:picMk id="3180" creationId="{E93B82E0-7849-8DD9-55D4-EEF498330F95}"/>
          </ac:picMkLst>
        </pc:picChg>
        <pc:picChg chg="del mod">
          <ac:chgData name="Pavel Aleman" userId="2efb7982-2bc2-4b29-878b-3d55fc136137" providerId="ADAL" clId="{F30B84E5-23FF-4C95-9796-7D644BD06B13}" dt="2025-01-18T17:49:26.037" v="1814" actId="478"/>
          <ac:picMkLst>
            <pc:docMk/>
            <pc:sldMk cId="180530974" sldId="2142532703"/>
            <ac:picMk id="3185" creationId="{F7701F99-3ECB-618A-0799-894E0B2AFC27}"/>
          </ac:picMkLst>
        </pc:picChg>
        <pc:picChg chg="mod">
          <ac:chgData name="Pavel Aleman" userId="2efb7982-2bc2-4b29-878b-3d55fc136137" providerId="ADAL" clId="{F30B84E5-23FF-4C95-9796-7D644BD06B13}" dt="2025-01-18T17:53:02.695" v="1946" actId="1076"/>
          <ac:picMkLst>
            <pc:docMk/>
            <pc:sldMk cId="180530974" sldId="2142532703"/>
            <ac:picMk id="3186" creationId="{7460D9F5-05B1-8B57-1391-AEF7D45437C8}"/>
          </ac:picMkLst>
        </pc:picChg>
        <pc:picChg chg="mod">
          <ac:chgData name="Pavel Aleman" userId="2efb7982-2bc2-4b29-878b-3d55fc136137" providerId="ADAL" clId="{F30B84E5-23FF-4C95-9796-7D644BD06B13}" dt="2025-01-18T18:02:21.646" v="2185" actId="1038"/>
          <ac:picMkLst>
            <pc:docMk/>
            <pc:sldMk cId="180530974" sldId="2142532703"/>
            <ac:picMk id="3193" creationId="{1ADEDBC1-A0F4-47D6-B548-9F4D983829CB}"/>
          </ac:picMkLst>
        </pc:picChg>
        <pc:picChg chg="mod">
          <ac:chgData name="Pavel Aleman" userId="2efb7982-2bc2-4b29-878b-3d55fc136137" providerId="ADAL" clId="{F30B84E5-23FF-4C95-9796-7D644BD06B13}" dt="2025-01-18T18:02:21.646" v="2185" actId="1038"/>
          <ac:picMkLst>
            <pc:docMk/>
            <pc:sldMk cId="180530974" sldId="2142532703"/>
            <ac:picMk id="3195" creationId="{FE014EFE-CA3C-EBC9-E2B8-CD9C14E4CAD3}"/>
          </ac:picMkLst>
        </pc:picChg>
        <pc:picChg chg="mod">
          <ac:chgData name="Pavel Aleman" userId="2efb7982-2bc2-4b29-878b-3d55fc136137" providerId="ADAL" clId="{F30B84E5-23FF-4C95-9796-7D644BD06B13}" dt="2025-01-18T17:52:58.063" v="1945" actId="1035"/>
          <ac:picMkLst>
            <pc:docMk/>
            <pc:sldMk cId="180530974" sldId="2142532703"/>
            <ac:picMk id="3197" creationId="{A018D010-7803-7101-A3D1-683BBAD7C5FC}"/>
          </ac:picMkLst>
        </pc:picChg>
        <pc:cxnChg chg="mod">
          <ac:chgData name="Pavel Aleman" userId="2efb7982-2bc2-4b29-878b-3d55fc136137" providerId="ADAL" clId="{F30B84E5-23FF-4C95-9796-7D644BD06B13}" dt="2025-01-18T18:03:54.187" v="2208" actId="14100"/>
          <ac:cxnSpMkLst>
            <pc:docMk/>
            <pc:sldMk cId="180530974" sldId="2142532703"/>
            <ac:cxnSpMk id="38" creationId="{47C7F539-3058-2D02-D901-8DB1AA7C7B02}"/>
          </ac:cxnSpMkLst>
        </pc:cxnChg>
        <pc:cxnChg chg="mod">
          <ac:chgData name="Pavel Aleman" userId="2efb7982-2bc2-4b29-878b-3d55fc136137" providerId="ADAL" clId="{F30B84E5-23FF-4C95-9796-7D644BD06B13}" dt="2025-01-18T18:03:58.457" v="2209" actId="14100"/>
          <ac:cxnSpMkLst>
            <pc:docMk/>
            <pc:sldMk cId="180530974" sldId="2142532703"/>
            <ac:cxnSpMk id="55" creationId="{D7DA0DA5-5BAB-03C9-33F1-ADBFF1A27220}"/>
          </ac:cxnSpMkLst>
        </pc:cxnChg>
        <pc:cxnChg chg="mod">
          <ac:chgData name="Pavel Aleman" userId="2efb7982-2bc2-4b29-878b-3d55fc136137" providerId="ADAL" clId="{F30B84E5-23FF-4C95-9796-7D644BD06B13}" dt="2025-01-18T17:54:26.536" v="1976" actId="1037"/>
          <ac:cxnSpMkLst>
            <pc:docMk/>
            <pc:sldMk cId="180530974" sldId="2142532703"/>
            <ac:cxnSpMk id="1044" creationId="{D3CC4E21-0A0A-C5D8-BD01-97A499AF29EB}"/>
          </ac:cxnSpMkLst>
        </pc:cxnChg>
        <pc:cxnChg chg="del mod">
          <ac:chgData name="Pavel Aleman" userId="2efb7982-2bc2-4b29-878b-3d55fc136137" providerId="ADAL" clId="{F30B84E5-23FF-4C95-9796-7D644BD06B13}" dt="2025-01-18T17:48:51.227" v="1803" actId="478"/>
          <ac:cxnSpMkLst>
            <pc:docMk/>
            <pc:sldMk cId="180530974" sldId="2142532703"/>
            <ac:cxnSpMk id="3151" creationId="{B319A246-3B97-3181-D40B-2617425DEBBA}"/>
          </ac:cxnSpMkLst>
        </pc:cxnChg>
        <pc:cxnChg chg="del mod">
          <ac:chgData name="Pavel Aleman" userId="2efb7982-2bc2-4b29-878b-3d55fc136137" providerId="ADAL" clId="{F30B84E5-23FF-4C95-9796-7D644BD06B13}" dt="2025-01-18T17:48:52.348" v="1804" actId="478"/>
          <ac:cxnSpMkLst>
            <pc:docMk/>
            <pc:sldMk cId="180530974" sldId="2142532703"/>
            <ac:cxnSpMk id="3152" creationId="{B0B6F3CF-99BE-09BD-BCB7-29995E94D395}"/>
          </ac:cxnSpMkLst>
        </pc:cxnChg>
        <pc:cxnChg chg="del mod">
          <ac:chgData name="Pavel Aleman" userId="2efb7982-2bc2-4b29-878b-3d55fc136137" providerId="ADAL" clId="{F30B84E5-23FF-4C95-9796-7D644BD06B13}" dt="2025-01-18T17:48:54.741" v="1806" actId="478"/>
          <ac:cxnSpMkLst>
            <pc:docMk/>
            <pc:sldMk cId="180530974" sldId="2142532703"/>
            <ac:cxnSpMk id="3168" creationId="{30EF0EAD-2936-E9A4-5EC6-BB0AE24A39FA}"/>
          </ac:cxnSpMkLst>
        </pc:cxnChg>
        <pc:cxnChg chg="del mod">
          <ac:chgData name="Pavel Aleman" userId="2efb7982-2bc2-4b29-878b-3d55fc136137" providerId="ADAL" clId="{F30B84E5-23FF-4C95-9796-7D644BD06B13}" dt="2025-01-18T17:48:53.648" v="1805" actId="478"/>
          <ac:cxnSpMkLst>
            <pc:docMk/>
            <pc:sldMk cId="180530974" sldId="2142532703"/>
            <ac:cxnSpMk id="3170" creationId="{AED7F89C-5DCE-9006-CD63-26A6E7AE4E56}"/>
          </ac:cxnSpMkLst>
        </pc:cxnChg>
        <pc:cxnChg chg="del mod">
          <ac:chgData name="Pavel Aleman" userId="2efb7982-2bc2-4b29-878b-3d55fc136137" providerId="ADAL" clId="{F30B84E5-23FF-4C95-9796-7D644BD06B13}" dt="2025-01-18T17:42:32.704" v="1654" actId="478"/>
          <ac:cxnSpMkLst>
            <pc:docMk/>
            <pc:sldMk cId="180530974" sldId="2142532703"/>
            <ac:cxnSpMk id="3199" creationId="{4424910C-A6EB-3841-A79B-8A106214D832}"/>
          </ac:cxnSpMkLst>
        </pc:cxnChg>
      </pc:sldChg>
      <pc:sldChg chg="del">
        <pc:chgData name="Pavel Aleman" userId="2efb7982-2bc2-4b29-878b-3d55fc136137" providerId="ADAL" clId="{F30B84E5-23FF-4C95-9796-7D644BD06B13}" dt="2025-01-17T20:17:44.402" v="0" actId="47"/>
        <pc:sldMkLst>
          <pc:docMk/>
          <pc:sldMk cId="3248218560" sldId="2142532704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1652980777" sldId="2142532705"/>
        </pc:sldMkLst>
      </pc:sldChg>
      <pc:sldChg chg="del">
        <pc:chgData name="Pavel Aleman" userId="2efb7982-2bc2-4b29-878b-3d55fc136137" providerId="ADAL" clId="{F30B84E5-23FF-4C95-9796-7D644BD06B13}" dt="2025-01-17T20:17:47.396" v="1" actId="47"/>
        <pc:sldMkLst>
          <pc:docMk/>
          <pc:sldMk cId="2128353853" sldId="2142532706"/>
        </pc:sldMkLst>
      </pc:sldChg>
      <pc:sldChg chg="del">
        <pc:chgData name="Pavel Aleman" userId="2efb7982-2bc2-4b29-878b-3d55fc136137" providerId="ADAL" clId="{F30B84E5-23FF-4C95-9796-7D644BD06B13}" dt="2025-01-17T20:19:38.823" v="46" actId="47"/>
        <pc:sldMkLst>
          <pc:docMk/>
          <pc:sldMk cId="697008373" sldId="2142532707"/>
        </pc:sldMkLst>
      </pc:sldChg>
      <pc:sldChg chg="del">
        <pc:chgData name="Pavel Aleman" userId="2efb7982-2bc2-4b29-878b-3d55fc136137" providerId="ADAL" clId="{F30B84E5-23FF-4C95-9796-7D644BD06B13}" dt="2025-01-17T20:19:45.746" v="48" actId="47"/>
        <pc:sldMkLst>
          <pc:docMk/>
          <pc:sldMk cId="1609924131" sldId="2142532709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926423372" sldId="2142532712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2049754170" sldId="2142532713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1110520296" sldId="2142532714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2578665690" sldId="2142532715"/>
        </pc:sldMkLst>
      </pc:sldChg>
      <pc:sldChg chg="del">
        <pc:chgData name="Pavel Aleman" userId="2efb7982-2bc2-4b29-878b-3d55fc136137" providerId="ADAL" clId="{F30B84E5-23FF-4C95-9796-7D644BD06B13}" dt="2025-01-17T20:20:09.889" v="53" actId="18676"/>
        <pc:sldMkLst>
          <pc:docMk/>
          <pc:sldMk cId="2150331075" sldId="2142532717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2138013523" sldId="2142532718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2919671833" sldId="2142532720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3899530498" sldId="2142532721"/>
        </pc:sldMkLst>
      </pc:sldChg>
      <pc:sldChg chg="del">
        <pc:chgData name="Pavel Aleman" userId="2efb7982-2bc2-4b29-878b-3d55fc136137" providerId="ADAL" clId="{F30B84E5-23FF-4C95-9796-7D644BD06B13}" dt="2025-01-17T20:20:16.134" v="55" actId="18676"/>
        <pc:sldMkLst>
          <pc:docMk/>
          <pc:sldMk cId="3909874416" sldId="2142532722"/>
        </pc:sldMkLst>
      </pc:sldChg>
      <pc:sldChg chg="del">
        <pc:chgData name="Pavel Aleman" userId="2efb7982-2bc2-4b29-878b-3d55fc136137" providerId="ADAL" clId="{F30B84E5-23FF-4C95-9796-7D644BD06B13}" dt="2025-01-17T20:20:16.134" v="55" actId="18676"/>
        <pc:sldMkLst>
          <pc:docMk/>
          <pc:sldMk cId="2587554048" sldId="2142532723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3534168375" sldId="2142532725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3211829724" sldId="2142532726"/>
        </pc:sldMkLst>
      </pc:sldChg>
      <pc:sldChg chg="del">
        <pc:chgData name="Pavel Aleman" userId="2efb7982-2bc2-4b29-878b-3d55fc136137" providerId="ADAL" clId="{F30B84E5-23FF-4C95-9796-7D644BD06B13}" dt="2025-01-17T20:18:03.919" v="5" actId="47"/>
        <pc:sldMkLst>
          <pc:docMk/>
          <pc:sldMk cId="1280391690" sldId="2142532729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3119145556" sldId="2142532730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3786762958" sldId="2142532731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973118273" sldId="2142532732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3408607266" sldId="2142532733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2526909062" sldId="2142532734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3782378611" sldId="2142532736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2308302652" sldId="2142532737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442110492" sldId="2142532738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3328647050" sldId="2142532739"/>
        </pc:sldMkLst>
      </pc:sldChg>
      <pc:sldChg chg="del">
        <pc:chgData name="Pavel Aleman" userId="2efb7982-2bc2-4b29-878b-3d55fc136137" providerId="ADAL" clId="{F30B84E5-23FF-4C95-9796-7D644BD06B13}" dt="2025-01-17T20:20:16.134" v="55" actId="18676"/>
        <pc:sldMkLst>
          <pc:docMk/>
          <pc:sldMk cId="4195586088" sldId="2142532742"/>
        </pc:sldMkLst>
      </pc:sldChg>
      <pc:sldChg chg="del">
        <pc:chgData name="Pavel Aleman" userId="2efb7982-2bc2-4b29-878b-3d55fc136137" providerId="ADAL" clId="{F30B84E5-23FF-4C95-9796-7D644BD06B13}" dt="2025-01-17T20:20:16.134" v="55" actId="18676"/>
        <pc:sldMkLst>
          <pc:docMk/>
          <pc:sldMk cId="4147702083" sldId="2142532743"/>
        </pc:sldMkLst>
      </pc:sldChg>
      <pc:sldChg chg="del">
        <pc:chgData name="Pavel Aleman" userId="2efb7982-2bc2-4b29-878b-3d55fc136137" providerId="ADAL" clId="{F30B84E5-23FF-4C95-9796-7D644BD06B13}" dt="2025-01-17T20:20:09.889" v="53" actId="18676"/>
        <pc:sldMkLst>
          <pc:docMk/>
          <pc:sldMk cId="3843389515" sldId="2142532745"/>
        </pc:sldMkLst>
      </pc:sldChg>
      <pc:sldChg chg="del">
        <pc:chgData name="Pavel Aleman" userId="2efb7982-2bc2-4b29-878b-3d55fc136137" providerId="ADAL" clId="{F30B84E5-23FF-4C95-9796-7D644BD06B13}" dt="2025-01-17T20:20:13.080" v="54" actId="18676"/>
        <pc:sldMkLst>
          <pc:docMk/>
          <pc:sldMk cId="3714586572" sldId="2142532746"/>
        </pc:sldMkLst>
      </pc:sldChg>
      <pc:sldChg chg="del">
        <pc:chgData name="Pavel Aleman" userId="2efb7982-2bc2-4b29-878b-3d55fc136137" providerId="ADAL" clId="{F30B84E5-23FF-4C95-9796-7D644BD06B13}" dt="2025-01-17T20:20:13.080" v="54" actId="18676"/>
        <pc:sldMkLst>
          <pc:docMk/>
          <pc:sldMk cId="1377497123" sldId="2142532747"/>
        </pc:sldMkLst>
      </pc:sldChg>
      <pc:sldChg chg="del">
        <pc:chgData name="Pavel Aleman" userId="2efb7982-2bc2-4b29-878b-3d55fc136137" providerId="ADAL" clId="{F30B84E5-23FF-4C95-9796-7D644BD06B13}" dt="2025-01-17T20:20:13.080" v="54" actId="18676"/>
        <pc:sldMkLst>
          <pc:docMk/>
          <pc:sldMk cId="4100099730" sldId="2142532748"/>
        </pc:sldMkLst>
      </pc:sldChg>
      <pc:sldChg chg="del">
        <pc:chgData name="Pavel Aleman" userId="2efb7982-2bc2-4b29-878b-3d55fc136137" providerId="ADAL" clId="{F30B84E5-23FF-4C95-9796-7D644BD06B13}" dt="2025-01-17T20:20:13.080" v="54" actId="18676"/>
        <pc:sldMkLst>
          <pc:docMk/>
          <pc:sldMk cId="3144613417" sldId="2142532749"/>
        </pc:sldMkLst>
      </pc:sldChg>
      <pc:sldChg chg="del">
        <pc:chgData name="Pavel Aleman" userId="2efb7982-2bc2-4b29-878b-3d55fc136137" providerId="ADAL" clId="{F30B84E5-23FF-4C95-9796-7D644BD06B13}" dt="2025-01-17T20:20:13.080" v="54" actId="18676"/>
        <pc:sldMkLst>
          <pc:docMk/>
          <pc:sldMk cId="4279066736" sldId="2142532750"/>
        </pc:sldMkLst>
      </pc:sldChg>
      <pc:sldChg chg="del">
        <pc:chgData name="Pavel Aleman" userId="2efb7982-2bc2-4b29-878b-3d55fc136137" providerId="ADAL" clId="{F30B84E5-23FF-4C95-9796-7D644BD06B13}" dt="2025-01-17T20:20:13.080" v="54" actId="18676"/>
        <pc:sldMkLst>
          <pc:docMk/>
          <pc:sldMk cId="2217341280" sldId="2142532751"/>
        </pc:sldMkLst>
      </pc:sldChg>
      <pc:sldChg chg="modSp mod ord">
        <pc:chgData name="Pavel Aleman" userId="2efb7982-2bc2-4b29-878b-3d55fc136137" providerId="ADAL" clId="{F30B84E5-23FF-4C95-9796-7D644BD06B13}" dt="2025-01-18T17:20:20.389" v="914" actId="14100"/>
        <pc:sldMkLst>
          <pc:docMk/>
          <pc:sldMk cId="2335440905" sldId="2142532752"/>
        </pc:sldMkLst>
        <pc:spChg chg="mod">
          <ac:chgData name="Pavel Aleman" userId="2efb7982-2bc2-4b29-878b-3d55fc136137" providerId="ADAL" clId="{F30B84E5-23FF-4C95-9796-7D644BD06B13}" dt="2025-01-18T17:20:02.005" v="913" actId="20577"/>
          <ac:spMkLst>
            <pc:docMk/>
            <pc:sldMk cId="2335440905" sldId="2142532752"/>
            <ac:spMk id="8" creationId="{517FEC80-DC84-7FF6-1B73-46BF90BAF58E}"/>
          </ac:spMkLst>
        </pc:spChg>
        <pc:spChg chg="mod">
          <ac:chgData name="Pavel Aleman" userId="2efb7982-2bc2-4b29-878b-3d55fc136137" providerId="ADAL" clId="{F30B84E5-23FF-4C95-9796-7D644BD06B13}" dt="2025-01-18T17:18:55.908" v="877" actId="1035"/>
          <ac:spMkLst>
            <pc:docMk/>
            <pc:sldMk cId="2335440905" sldId="2142532752"/>
            <ac:spMk id="1053" creationId="{C0F7C2E2-E4BA-1C54-6ECE-806FFBBB7D10}"/>
          </ac:spMkLst>
        </pc:spChg>
        <pc:spChg chg="mod">
          <ac:chgData name="Pavel Aleman" userId="2efb7982-2bc2-4b29-878b-3d55fc136137" providerId="ADAL" clId="{F30B84E5-23FF-4C95-9796-7D644BD06B13}" dt="2025-01-18T17:20:20.389" v="914" actId="14100"/>
          <ac:spMkLst>
            <pc:docMk/>
            <pc:sldMk cId="2335440905" sldId="2142532752"/>
            <ac:spMk id="3142" creationId="{7AC40BCD-3F95-B510-AEDF-C7A594ED7ADA}"/>
          </ac:spMkLst>
        </pc:spChg>
        <pc:cxnChg chg="mod">
          <ac:chgData name="Pavel Aleman" userId="2efb7982-2bc2-4b29-878b-3d55fc136137" providerId="ADAL" clId="{F30B84E5-23FF-4C95-9796-7D644BD06B13}" dt="2025-01-18T17:19:07.296" v="880" actId="14100"/>
          <ac:cxnSpMkLst>
            <pc:docMk/>
            <pc:sldMk cId="2335440905" sldId="2142532752"/>
            <ac:cxnSpMk id="54" creationId="{E7744E69-C242-C930-6952-A201BB136A9C}"/>
          </ac:cxnSpMkLst>
        </pc:cxnChg>
        <pc:cxnChg chg="mod">
          <ac:chgData name="Pavel Aleman" userId="2efb7982-2bc2-4b29-878b-3d55fc136137" providerId="ADAL" clId="{F30B84E5-23FF-4C95-9796-7D644BD06B13}" dt="2025-01-18T17:18:55.908" v="877" actId="1035"/>
          <ac:cxnSpMkLst>
            <pc:docMk/>
            <pc:sldMk cId="2335440905" sldId="2142532752"/>
            <ac:cxnSpMk id="1034" creationId="{FCCA141E-44AB-6B9F-B11A-BF36984A1272}"/>
          </ac:cxnSpMkLst>
        </pc:cxnChg>
        <pc:cxnChg chg="mod">
          <ac:chgData name="Pavel Aleman" userId="2efb7982-2bc2-4b29-878b-3d55fc136137" providerId="ADAL" clId="{F30B84E5-23FF-4C95-9796-7D644BD06B13}" dt="2025-01-18T17:20:20.389" v="914" actId="14100"/>
          <ac:cxnSpMkLst>
            <pc:docMk/>
            <pc:sldMk cId="2335440905" sldId="2142532752"/>
            <ac:cxnSpMk id="3145" creationId="{B0DB376B-4EDC-6485-C7BF-620B9C7BC8D5}"/>
          </ac:cxnSpMkLst>
        </pc:cxnChg>
      </pc:sldChg>
      <pc:sldChg chg="del">
        <pc:chgData name="Pavel Aleman" userId="2efb7982-2bc2-4b29-878b-3d55fc136137" providerId="ADAL" clId="{F30B84E5-23FF-4C95-9796-7D644BD06B13}" dt="2025-01-17T20:20:13.080" v="54" actId="18676"/>
        <pc:sldMkLst>
          <pc:docMk/>
          <pc:sldMk cId="3216437982" sldId="2142532754"/>
        </pc:sldMkLst>
      </pc:sldChg>
      <pc:sldChg chg="del">
        <pc:chgData name="Pavel Aleman" userId="2efb7982-2bc2-4b29-878b-3d55fc136137" providerId="ADAL" clId="{F30B84E5-23FF-4C95-9796-7D644BD06B13}" dt="2025-01-17T20:19:52.153" v="49" actId="18676"/>
        <pc:sldMkLst>
          <pc:docMk/>
          <pc:sldMk cId="985843852" sldId="2142532755"/>
        </pc:sldMkLst>
      </pc:sldChg>
      <pc:sldChg chg="del">
        <pc:chgData name="Pavel Aleman" userId="2efb7982-2bc2-4b29-878b-3d55fc136137" providerId="ADAL" clId="{F30B84E5-23FF-4C95-9796-7D644BD06B13}" dt="2025-01-17T20:19:52.153" v="49" actId="18676"/>
        <pc:sldMkLst>
          <pc:docMk/>
          <pc:sldMk cId="1712920231" sldId="2142532756"/>
        </pc:sldMkLst>
      </pc:sldChg>
      <pc:sldChg chg="del">
        <pc:chgData name="Pavel Aleman" userId="2efb7982-2bc2-4b29-878b-3d55fc136137" providerId="ADAL" clId="{F30B84E5-23FF-4C95-9796-7D644BD06B13}" dt="2025-01-17T20:19:52.153" v="49" actId="18676"/>
        <pc:sldMkLst>
          <pc:docMk/>
          <pc:sldMk cId="842160841" sldId="2142532757"/>
        </pc:sldMkLst>
      </pc:sldChg>
      <pc:sldChg chg="del">
        <pc:chgData name="Pavel Aleman" userId="2efb7982-2bc2-4b29-878b-3d55fc136137" providerId="ADAL" clId="{F30B84E5-23FF-4C95-9796-7D644BD06B13}" dt="2025-01-17T20:19:52.153" v="49" actId="18676"/>
        <pc:sldMkLst>
          <pc:docMk/>
          <pc:sldMk cId="1882095923" sldId="2142532758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1719352536" sldId="2142532759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2498853080" sldId="2142532760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4291315558" sldId="2142532761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3725152815" sldId="2142532762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4213061630" sldId="2142532763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21973921" sldId="2142532764"/>
        </pc:sldMkLst>
      </pc:sldChg>
      <pc:sldChg chg="del">
        <pc:chgData name="Pavel Aleman" userId="2efb7982-2bc2-4b29-878b-3d55fc136137" providerId="ADAL" clId="{F30B84E5-23FF-4C95-9796-7D644BD06B13}" dt="2025-01-17T20:20:01.884" v="51" actId="18676"/>
        <pc:sldMkLst>
          <pc:docMk/>
          <pc:sldMk cId="3311193188" sldId="2142532766"/>
        </pc:sldMkLst>
      </pc:sldChg>
      <pc:sldChg chg="del">
        <pc:chgData name="Pavel Aleman" userId="2efb7982-2bc2-4b29-878b-3d55fc136137" providerId="ADAL" clId="{F30B84E5-23FF-4C95-9796-7D644BD06B13}" dt="2025-01-17T20:20:01.884" v="51" actId="18676"/>
        <pc:sldMkLst>
          <pc:docMk/>
          <pc:sldMk cId="221694129" sldId="2142532767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2349978844" sldId="2142532768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3775449988" sldId="2142532769"/>
        </pc:sldMkLst>
      </pc:sldChg>
      <pc:sldChg chg="del">
        <pc:chgData name="Pavel Aleman" userId="2efb7982-2bc2-4b29-878b-3d55fc136137" providerId="ADAL" clId="{F30B84E5-23FF-4C95-9796-7D644BD06B13}" dt="2025-01-17T20:20:06.915" v="52" actId="18676"/>
        <pc:sldMkLst>
          <pc:docMk/>
          <pc:sldMk cId="194059970" sldId="2142532770"/>
        </pc:sldMkLst>
      </pc:sldChg>
      <pc:sldChg chg="del">
        <pc:chgData name="Pavel Aleman" userId="2efb7982-2bc2-4b29-878b-3d55fc136137" providerId="ADAL" clId="{F30B84E5-23FF-4C95-9796-7D644BD06B13}" dt="2025-01-17T20:19:52.153" v="49" actId="18676"/>
        <pc:sldMkLst>
          <pc:docMk/>
          <pc:sldMk cId="2477978117" sldId="2142532773"/>
        </pc:sldMkLst>
      </pc:sldChg>
      <pc:sldChg chg="del">
        <pc:chgData name="Pavel Aleman" userId="2efb7982-2bc2-4b29-878b-3d55fc136137" providerId="ADAL" clId="{F30B84E5-23FF-4C95-9796-7D644BD06B13}" dt="2025-01-17T20:19:52.153" v="49" actId="18676"/>
        <pc:sldMkLst>
          <pc:docMk/>
          <pc:sldMk cId="2906426792" sldId="2142532774"/>
        </pc:sldMkLst>
      </pc:sldChg>
      <pc:sldChg chg="del">
        <pc:chgData name="Pavel Aleman" userId="2efb7982-2bc2-4b29-878b-3d55fc136137" providerId="ADAL" clId="{F30B84E5-23FF-4C95-9796-7D644BD06B13}" dt="2025-01-17T20:19:52.153" v="49" actId="18676"/>
        <pc:sldMkLst>
          <pc:docMk/>
          <pc:sldMk cId="1033720407" sldId="2142532775"/>
        </pc:sldMkLst>
      </pc:sldChg>
      <pc:sldChg chg="del">
        <pc:chgData name="Pavel Aleman" userId="2efb7982-2bc2-4b29-878b-3d55fc136137" providerId="ADAL" clId="{F30B84E5-23FF-4C95-9796-7D644BD06B13}" dt="2025-01-17T20:19:58.095" v="50" actId="18676"/>
        <pc:sldMkLst>
          <pc:docMk/>
          <pc:sldMk cId="3426671812" sldId="2142532777"/>
        </pc:sldMkLst>
      </pc:sldChg>
      <pc:sldChg chg="del">
        <pc:chgData name="Pavel Aleman" userId="2efb7982-2bc2-4b29-878b-3d55fc136137" providerId="ADAL" clId="{F30B84E5-23FF-4C95-9796-7D644BD06B13}" dt="2025-01-17T20:19:58.095" v="50" actId="18676"/>
        <pc:sldMkLst>
          <pc:docMk/>
          <pc:sldMk cId="3096843188" sldId="2142532778"/>
        </pc:sldMkLst>
      </pc:sldChg>
      <pc:sldChg chg="del">
        <pc:chgData name="Pavel Aleman" userId="2efb7982-2bc2-4b29-878b-3d55fc136137" providerId="ADAL" clId="{F30B84E5-23FF-4C95-9796-7D644BD06B13}" dt="2025-01-17T20:19:58.095" v="50" actId="18676"/>
        <pc:sldMkLst>
          <pc:docMk/>
          <pc:sldMk cId="1545565727" sldId="2142532779"/>
        </pc:sldMkLst>
      </pc:sldChg>
      <pc:sldChg chg="del">
        <pc:chgData name="Pavel Aleman" userId="2efb7982-2bc2-4b29-878b-3d55fc136137" providerId="ADAL" clId="{F30B84E5-23FF-4C95-9796-7D644BD06B13}" dt="2025-01-17T20:19:58.095" v="50" actId="18676"/>
        <pc:sldMkLst>
          <pc:docMk/>
          <pc:sldMk cId="2419759765" sldId="2142532780"/>
        </pc:sldMkLst>
      </pc:sldChg>
      <pc:sldChg chg="addSp delSp modSp mod">
        <pc:chgData name="Pavel Aleman" userId="2efb7982-2bc2-4b29-878b-3d55fc136137" providerId="ADAL" clId="{F30B84E5-23FF-4C95-9796-7D644BD06B13}" dt="2025-01-18T17:36:31.732" v="1492" actId="20577"/>
        <pc:sldMkLst>
          <pc:docMk/>
          <pc:sldMk cId="2032972657" sldId="2142532781"/>
        </pc:sldMkLst>
        <pc:spChg chg="mod">
          <ac:chgData name="Pavel Aleman" userId="2efb7982-2bc2-4b29-878b-3d55fc136137" providerId="ADAL" clId="{F30B84E5-23FF-4C95-9796-7D644BD06B13}" dt="2025-01-18T17:34:08.952" v="1415" actId="1036"/>
          <ac:spMkLst>
            <pc:docMk/>
            <pc:sldMk cId="2032972657" sldId="2142532781"/>
            <ac:spMk id="50" creationId="{55A324FE-E2E0-719F-2479-4AEE733F256D}"/>
          </ac:spMkLst>
        </pc:spChg>
        <pc:spChg chg="mod">
          <ac:chgData name="Pavel Aleman" userId="2efb7982-2bc2-4b29-878b-3d55fc136137" providerId="ADAL" clId="{F30B84E5-23FF-4C95-9796-7D644BD06B13}" dt="2025-01-18T17:34:08.952" v="1415" actId="1036"/>
          <ac:spMkLst>
            <pc:docMk/>
            <pc:sldMk cId="2032972657" sldId="2142532781"/>
            <ac:spMk id="1076" creationId="{B906F1D8-30D4-05CD-D9C6-B873D1A9D415}"/>
          </ac:spMkLst>
        </pc:spChg>
        <pc:spChg chg="mod">
          <ac:chgData name="Pavel Aleman" userId="2efb7982-2bc2-4b29-878b-3d55fc136137" providerId="ADAL" clId="{F30B84E5-23FF-4C95-9796-7D644BD06B13}" dt="2025-01-18T17:34:08.952" v="1415" actId="1036"/>
          <ac:spMkLst>
            <pc:docMk/>
            <pc:sldMk cId="2032972657" sldId="2142532781"/>
            <ac:spMk id="1077" creationId="{E97F4B7D-1796-5E9B-5391-A0762802FC03}"/>
          </ac:spMkLst>
        </pc:spChg>
        <pc:spChg chg="mod">
          <ac:chgData name="Pavel Aleman" userId="2efb7982-2bc2-4b29-878b-3d55fc136137" providerId="ADAL" clId="{F30B84E5-23FF-4C95-9796-7D644BD06B13}" dt="2025-01-18T17:34:08.952" v="1415" actId="1036"/>
          <ac:spMkLst>
            <pc:docMk/>
            <pc:sldMk cId="2032972657" sldId="2142532781"/>
            <ac:spMk id="1078" creationId="{1EA2054E-6A66-E923-75F4-543FE2CF4C88}"/>
          </ac:spMkLst>
        </pc:spChg>
        <pc:spChg chg="mod">
          <ac:chgData name="Pavel Aleman" userId="2efb7982-2bc2-4b29-878b-3d55fc136137" providerId="ADAL" clId="{F30B84E5-23FF-4C95-9796-7D644BD06B13}" dt="2025-01-18T17:34:08.952" v="1415" actId="1036"/>
          <ac:spMkLst>
            <pc:docMk/>
            <pc:sldMk cId="2032972657" sldId="2142532781"/>
            <ac:spMk id="1081" creationId="{1AA0D641-5889-C2F6-1111-11EA54B3ACB8}"/>
          </ac:spMkLst>
        </pc:spChg>
        <pc:spChg chg="mod">
          <ac:chgData name="Pavel Aleman" userId="2efb7982-2bc2-4b29-878b-3d55fc136137" providerId="ADAL" clId="{F30B84E5-23FF-4C95-9796-7D644BD06B13}" dt="2025-01-18T17:34:08.952" v="1415" actId="1036"/>
          <ac:spMkLst>
            <pc:docMk/>
            <pc:sldMk cId="2032972657" sldId="2142532781"/>
            <ac:spMk id="1082" creationId="{42E18263-4142-E698-463E-D6B7ECF3D491}"/>
          </ac:spMkLst>
        </pc:spChg>
        <pc:spChg chg="mod">
          <ac:chgData name="Pavel Aleman" userId="2efb7982-2bc2-4b29-878b-3d55fc136137" providerId="ADAL" clId="{F30B84E5-23FF-4C95-9796-7D644BD06B13}" dt="2025-01-18T17:34:08.952" v="1415" actId="1036"/>
          <ac:spMkLst>
            <pc:docMk/>
            <pc:sldMk cId="2032972657" sldId="2142532781"/>
            <ac:spMk id="3072" creationId="{BBB9059F-067E-0905-011C-95E773C1138A}"/>
          </ac:spMkLst>
        </pc:spChg>
        <pc:spChg chg="mod">
          <ac:chgData name="Pavel Aleman" userId="2efb7982-2bc2-4b29-878b-3d55fc136137" providerId="ADAL" clId="{F30B84E5-23FF-4C95-9796-7D644BD06B13}" dt="2025-01-18T17:34:08.952" v="1415" actId="1036"/>
          <ac:spMkLst>
            <pc:docMk/>
            <pc:sldMk cId="2032972657" sldId="2142532781"/>
            <ac:spMk id="3073" creationId="{81AC6028-69BC-DE16-BE7D-A8FF197C73CD}"/>
          </ac:spMkLst>
        </pc:spChg>
        <pc:spChg chg="mod">
          <ac:chgData name="Pavel Aleman" userId="2efb7982-2bc2-4b29-878b-3d55fc136137" providerId="ADAL" clId="{F30B84E5-23FF-4C95-9796-7D644BD06B13}" dt="2025-01-18T17:34:08.952" v="1415" actId="1036"/>
          <ac:spMkLst>
            <pc:docMk/>
            <pc:sldMk cId="2032972657" sldId="2142532781"/>
            <ac:spMk id="3074" creationId="{8D43E573-F787-3E41-F3D6-D3ED1B6F5F7B}"/>
          </ac:spMkLst>
        </pc:spChg>
        <pc:spChg chg="mod">
          <ac:chgData name="Pavel Aleman" userId="2efb7982-2bc2-4b29-878b-3d55fc136137" providerId="ADAL" clId="{F30B84E5-23FF-4C95-9796-7D644BD06B13}" dt="2025-01-18T17:34:08.952" v="1415" actId="1036"/>
          <ac:spMkLst>
            <pc:docMk/>
            <pc:sldMk cId="2032972657" sldId="2142532781"/>
            <ac:spMk id="3076" creationId="{B1D8DD34-4405-B743-46E3-DC50C4F42BE1}"/>
          </ac:spMkLst>
        </pc:spChg>
        <pc:spChg chg="mod">
          <ac:chgData name="Pavel Aleman" userId="2efb7982-2bc2-4b29-878b-3d55fc136137" providerId="ADAL" clId="{F30B84E5-23FF-4C95-9796-7D644BD06B13}" dt="2025-01-18T17:35:35.519" v="1474" actId="1035"/>
          <ac:spMkLst>
            <pc:docMk/>
            <pc:sldMk cId="2032972657" sldId="2142532781"/>
            <ac:spMk id="3077" creationId="{C9A3F807-4EE2-547E-F369-EBCF07140105}"/>
          </ac:spMkLst>
        </pc:spChg>
        <pc:spChg chg="mod">
          <ac:chgData name="Pavel Aleman" userId="2efb7982-2bc2-4b29-878b-3d55fc136137" providerId="ADAL" clId="{F30B84E5-23FF-4C95-9796-7D644BD06B13}" dt="2025-01-18T17:34:08.952" v="1415" actId="1036"/>
          <ac:spMkLst>
            <pc:docMk/>
            <pc:sldMk cId="2032972657" sldId="2142532781"/>
            <ac:spMk id="3078" creationId="{51B28C95-7E66-E118-ED13-D82C0A5A2407}"/>
          </ac:spMkLst>
        </pc:spChg>
        <pc:spChg chg="mod">
          <ac:chgData name="Pavel Aleman" userId="2efb7982-2bc2-4b29-878b-3d55fc136137" providerId="ADAL" clId="{F30B84E5-23FF-4C95-9796-7D644BD06B13}" dt="2025-01-18T17:34:08.952" v="1415" actId="1036"/>
          <ac:spMkLst>
            <pc:docMk/>
            <pc:sldMk cId="2032972657" sldId="2142532781"/>
            <ac:spMk id="3079" creationId="{58968FDE-9158-7DE3-DA69-76AEA9A5B70E}"/>
          </ac:spMkLst>
        </pc:spChg>
        <pc:spChg chg="del mod">
          <ac:chgData name="Pavel Aleman" userId="2efb7982-2bc2-4b29-878b-3d55fc136137" providerId="ADAL" clId="{F30B84E5-23FF-4C95-9796-7D644BD06B13}" dt="2025-01-18T17:27:17.827" v="1109" actId="478"/>
          <ac:spMkLst>
            <pc:docMk/>
            <pc:sldMk cId="2032972657" sldId="2142532781"/>
            <ac:spMk id="3080" creationId="{44FE1B46-D769-9B56-0307-56E075A42CE0}"/>
          </ac:spMkLst>
        </pc:spChg>
        <pc:spChg chg="mod">
          <ac:chgData name="Pavel Aleman" userId="2efb7982-2bc2-4b29-878b-3d55fc136137" providerId="ADAL" clId="{F30B84E5-23FF-4C95-9796-7D644BD06B13}" dt="2025-01-18T17:34:08.952" v="1415" actId="1036"/>
          <ac:spMkLst>
            <pc:docMk/>
            <pc:sldMk cId="2032972657" sldId="2142532781"/>
            <ac:spMk id="3090" creationId="{CCE71417-41B3-0D93-67A3-3416AEE3917F}"/>
          </ac:spMkLst>
        </pc:spChg>
        <pc:spChg chg="mod">
          <ac:chgData name="Pavel Aleman" userId="2efb7982-2bc2-4b29-878b-3d55fc136137" providerId="ADAL" clId="{F30B84E5-23FF-4C95-9796-7D644BD06B13}" dt="2025-01-18T17:34:08.952" v="1415" actId="1036"/>
          <ac:spMkLst>
            <pc:docMk/>
            <pc:sldMk cId="2032972657" sldId="2142532781"/>
            <ac:spMk id="3095" creationId="{A96E3074-C273-D98B-4153-0022D742B787}"/>
          </ac:spMkLst>
        </pc:spChg>
        <pc:spChg chg="mod">
          <ac:chgData name="Pavel Aleman" userId="2efb7982-2bc2-4b29-878b-3d55fc136137" providerId="ADAL" clId="{F30B84E5-23FF-4C95-9796-7D644BD06B13}" dt="2025-01-18T17:34:08.952" v="1415" actId="1036"/>
          <ac:spMkLst>
            <pc:docMk/>
            <pc:sldMk cId="2032972657" sldId="2142532781"/>
            <ac:spMk id="3096" creationId="{FC34EFEB-9B33-7754-727A-2F73223DEEC6}"/>
          </ac:spMkLst>
        </pc:spChg>
        <pc:spChg chg="mod">
          <ac:chgData name="Pavel Aleman" userId="2efb7982-2bc2-4b29-878b-3d55fc136137" providerId="ADAL" clId="{F30B84E5-23FF-4C95-9796-7D644BD06B13}" dt="2025-01-18T17:35:47.007" v="1475" actId="1076"/>
          <ac:spMkLst>
            <pc:docMk/>
            <pc:sldMk cId="2032972657" sldId="2142532781"/>
            <ac:spMk id="3099" creationId="{DD24651F-D611-EE80-D354-3EF4F1D5405F}"/>
          </ac:spMkLst>
        </pc:spChg>
        <pc:spChg chg="add mod">
          <ac:chgData name="Pavel Aleman" userId="2efb7982-2bc2-4b29-878b-3d55fc136137" providerId="ADAL" clId="{F30B84E5-23FF-4C95-9796-7D644BD06B13}" dt="2025-01-18T17:34:08.952" v="1415" actId="1036"/>
          <ac:spMkLst>
            <pc:docMk/>
            <pc:sldMk cId="2032972657" sldId="2142532781"/>
            <ac:spMk id="3100" creationId="{D17FA1EB-A87D-41F0-577D-D7158DC98798}"/>
          </ac:spMkLst>
        </pc:spChg>
        <pc:spChg chg="add mod">
          <ac:chgData name="Pavel Aleman" userId="2efb7982-2bc2-4b29-878b-3d55fc136137" providerId="ADAL" clId="{F30B84E5-23FF-4C95-9796-7D644BD06B13}" dt="2025-01-18T17:35:28.625" v="1473" actId="6549"/>
          <ac:spMkLst>
            <pc:docMk/>
            <pc:sldMk cId="2032972657" sldId="2142532781"/>
            <ac:spMk id="3101" creationId="{81608502-19FC-BE0C-C2D4-C229FEB38F1D}"/>
          </ac:spMkLst>
        </pc:spChg>
        <pc:spChg chg="add mod">
          <ac:chgData name="Pavel Aleman" userId="2efb7982-2bc2-4b29-878b-3d55fc136137" providerId="ADAL" clId="{F30B84E5-23FF-4C95-9796-7D644BD06B13}" dt="2025-01-18T17:34:43.446" v="1435" actId="1076"/>
          <ac:spMkLst>
            <pc:docMk/>
            <pc:sldMk cId="2032972657" sldId="2142532781"/>
            <ac:spMk id="3103" creationId="{98D861B3-A705-169E-88EC-D6063999A4CD}"/>
          </ac:spMkLst>
        </pc:spChg>
        <pc:spChg chg="mod">
          <ac:chgData name="Pavel Aleman" userId="2efb7982-2bc2-4b29-878b-3d55fc136137" providerId="ADAL" clId="{F30B84E5-23FF-4C95-9796-7D644BD06B13}" dt="2025-01-18T17:34:08.952" v="1415" actId="1036"/>
          <ac:spMkLst>
            <pc:docMk/>
            <pc:sldMk cId="2032972657" sldId="2142532781"/>
            <ac:spMk id="3113" creationId="{D304FDAE-021B-8BA7-DA4C-531F4C57D79C}"/>
          </ac:spMkLst>
        </pc:spChg>
        <pc:spChg chg="mod">
          <ac:chgData name="Pavel Aleman" userId="2efb7982-2bc2-4b29-878b-3d55fc136137" providerId="ADAL" clId="{F30B84E5-23FF-4C95-9796-7D644BD06B13}" dt="2025-01-18T17:36:23.671" v="1484" actId="1076"/>
          <ac:spMkLst>
            <pc:docMk/>
            <pc:sldMk cId="2032972657" sldId="2142532781"/>
            <ac:spMk id="3114" creationId="{F78A6447-80F9-FA9C-FE4D-55D5D58BB4FA}"/>
          </ac:spMkLst>
        </pc:spChg>
        <pc:spChg chg="mod">
          <ac:chgData name="Pavel Aleman" userId="2efb7982-2bc2-4b29-878b-3d55fc136137" providerId="ADAL" clId="{F30B84E5-23FF-4C95-9796-7D644BD06B13}" dt="2025-01-18T17:36:31.732" v="1492" actId="20577"/>
          <ac:spMkLst>
            <pc:docMk/>
            <pc:sldMk cId="2032972657" sldId="2142532781"/>
            <ac:spMk id="3117" creationId="{9792A9AB-03B5-E9E9-061C-5CFB65A77C8F}"/>
          </ac:spMkLst>
        </pc:spChg>
        <pc:picChg chg="mod">
          <ac:chgData name="Pavel Aleman" userId="2efb7982-2bc2-4b29-878b-3d55fc136137" providerId="ADAL" clId="{F30B84E5-23FF-4C95-9796-7D644BD06B13}" dt="2025-01-18T17:34:08.952" v="1415" actId="1036"/>
          <ac:picMkLst>
            <pc:docMk/>
            <pc:sldMk cId="2032972657" sldId="2142532781"/>
            <ac:picMk id="3112" creationId="{FD021007-8315-3955-C318-AA60F9C1F84B}"/>
          </ac:picMkLst>
        </pc:picChg>
      </pc:sldChg>
      <pc:sldChg chg="addSp delSp modSp mod ord">
        <pc:chgData name="Pavel Aleman" userId="2efb7982-2bc2-4b29-878b-3d55fc136137" providerId="ADAL" clId="{F30B84E5-23FF-4C95-9796-7D644BD06B13}" dt="2025-01-18T17:23:29.734" v="1011" actId="1076"/>
        <pc:sldMkLst>
          <pc:docMk/>
          <pc:sldMk cId="1967290771" sldId="2142532783"/>
        </pc:sldMkLst>
        <pc:spChg chg="add mod">
          <ac:chgData name="Pavel Aleman" userId="2efb7982-2bc2-4b29-878b-3d55fc136137" providerId="ADAL" clId="{F30B84E5-23FF-4C95-9796-7D644BD06B13}" dt="2025-01-17T20:22:39.431" v="89" actId="1036"/>
          <ac:spMkLst>
            <pc:docMk/>
            <pc:sldMk cId="1967290771" sldId="2142532783"/>
            <ac:spMk id="3" creationId="{DD110D9B-E18C-90A1-8044-E8DAE4ADC81C}"/>
          </ac:spMkLst>
        </pc:spChg>
        <pc:spChg chg="add mod">
          <ac:chgData name="Pavel Aleman" userId="2efb7982-2bc2-4b29-878b-3d55fc136137" providerId="ADAL" clId="{F30B84E5-23FF-4C95-9796-7D644BD06B13}" dt="2025-01-17T20:22:39.431" v="89" actId="1036"/>
          <ac:spMkLst>
            <pc:docMk/>
            <pc:sldMk cId="1967290771" sldId="2142532783"/>
            <ac:spMk id="22" creationId="{66ED01BB-9540-5932-6AFA-E0F28C3930CF}"/>
          </ac:spMkLst>
        </pc:spChg>
        <pc:spChg chg="add mod">
          <ac:chgData name="Pavel Aleman" userId="2efb7982-2bc2-4b29-878b-3d55fc136137" providerId="ADAL" clId="{F30B84E5-23FF-4C95-9796-7D644BD06B13}" dt="2025-01-17T20:22:39.431" v="89" actId="1036"/>
          <ac:spMkLst>
            <pc:docMk/>
            <pc:sldMk cId="1967290771" sldId="2142532783"/>
            <ac:spMk id="24" creationId="{A58E7720-0E63-017E-073D-4976DE549137}"/>
          </ac:spMkLst>
        </pc:spChg>
        <pc:spChg chg="mod">
          <ac:chgData name="Pavel Aleman" userId="2efb7982-2bc2-4b29-878b-3d55fc136137" providerId="ADAL" clId="{F30B84E5-23FF-4C95-9796-7D644BD06B13}" dt="2025-01-17T20:22:45.322" v="91" actId="14100"/>
          <ac:spMkLst>
            <pc:docMk/>
            <pc:sldMk cId="1967290771" sldId="2142532783"/>
            <ac:spMk id="33" creationId="{A08DBF10-9B5F-E453-0767-B29C76F99DC3}"/>
          </ac:spMkLst>
        </pc:spChg>
        <pc:spChg chg="add mod">
          <ac:chgData name="Pavel Aleman" userId="2efb7982-2bc2-4b29-878b-3d55fc136137" providerId="ADAL" clId="{F30B84E5-23FF-4C95-9796-7D644BD06B13}" dt="2025-01-17T20:23:42.925" v="159" actId="404"/>
          <ac:spMkLst>
            <pc:docMk/>
            <pc:sldMk cId="1967290771" sldId="2142532783"/>
            <ac:spMk id="35" creationId="{DAAB39E6-79AC-E3C8-963E-13D589651148}"/>
          </ac:spMkLst>
        </pc:spChg>
        <pc:spChg chg="add mod">
          <ac:chgData name="Pavel Aleman" userId="2efb7982-2bc2-4b29-878b-3d55fc136137" providerId="ADAL" clId="{F30B84E5-23FF-4C95-9796-7D644BD06B13}" dt="2025-01-17T20:23:46.640" v="160" actId="1076"/>
          <ac:spMkLst>
            <pc:docMk/>
            <pc:sldMk cId="1967290771" sldId="2142532783"/>
            <ac:spMk id="37" creationId="{03574D69-6B78-0AB4-A5D9-92FE28712FD0}"/>
          </ac:spMkLst>
        </pc:spChg>
        <pc:spChg chg="add mod">
          <ac:chgData name="Pavel Aleman" userId="2efb7982-2bc2-4b29-878b-3d55fc136137" providerId="ADAL" clId="{F30B84E5-23FF-4C95-9796-7D644BD06B13}" dt="2025-01-18T17:23:23.255" v="1008" actId="1076"/>
          <ac:spMkLst>
            <pc:docMk/>
            <pc:sldMk cId="1967290771" sldId="2142532783"/>
            <ac:spMk id="38" creationId="{6839465F-12E1-4C8D-26C1-2CA122A0CC72}"/>
          </ac:spMkLst>
        </pc:spChg>
        <pc:spChg chg="mod">
          <ac:chgData name="Pavel Aleman" userId="2efb7982-2bc2-4b29-878b-3d55fc136137" providerId="ADAL" clId="{F30B84E5-23FF-4C95-9796-7D644BD06B13}" dt="2025-01-17T20:22:29.861" v="75" actId="14100"/>
          <ac:spMkLst>
            <pc:docMk/>
            <pc:sldMk cId="1967290771" sldId="2142532783"/>
            <ac:spMk id="50" creationId="{55A324FE-E2E0-719F-2479-4AEE733F256D}"/>
          </ac:spMkLst>
        </pc:spChg>
        <pc:spChg chg="add mod">
          <ac:chgData name="Pavel Aleman" userId="2efb7982-2bc2-4b29-878b-3d55fc136137" providerId="ADAL" clId="{F30B84E5-23FF-4C95-9796-7D644BD06B13}" dt="2025-01-18T17:23:29.734" v="1011" actId="1076"/>
          <ac:spMkLst>
            <pc:docMk/>
            <pc:sldMk cId="1967290771" sldId="2142532783"/>
            <ac:spMk id="54" creationId="{AEEE1060-80B3-5A75-74D8-92C55E42E193}"/>
          </ac:spMkLst>
        </pc:spChg>
        <pc:spChg chg="mod">
          <ac:chgData name="Pavel Aleman" userId="2efb7982-2bc2-4b29-878b-3d55fc136137" providerId="ADAL" clId="{F30B84E5-23FF-4C95-9796-7D644BD06B13}" dt="2025-01-17T20:22:39.431" v="89" actId="1036"/>
          <ac:spMkLst>
            <pc:docMk/>
            <pc:sldMk cId="1967290771" sldId="2142532783"/>
            <ac:spMk id="1028" creationId="{FA499EDF-2A87-3C69-DB4D-13168E249FB5}"/>
          </ac:spMkLst>
        </pc:spChg>
        <pc:spChg chg="mod">
          <ac:chgData name="Pavel Aleman" userId="2efb7982-2bc2-4b29-878b-3d55fc136137" providerId="ADAL" clId="{F30B84E5-23FF-4C95-9796-7D644BD06B13}" dt="2025-01-17T20:22:59.219" v="114" actId="1037"/>
          <ac:spMkLst>
            <pc:docMk/>
            <pc:sldMk cId="1967290771" sldId="2142532783"/>
            <ac:spMk id="1042" creationId="{67E08033-649C-264A-9F22-19C481629FD2}"/>
          </ac:spMkLst>
        </pc:spChg>
        <pc:spChg chg="mod">
          <ac:chgData name="Pavel Aleman" userId="2efb7982-2bc2-4b29-878b-3d55fc136137" providerId="ADAL" clId="{F30B84E5-23FF-4C95-9796-7D644BD06B13}" dt="2025-01-18T17:22:16.443" v="994" actId="1076"/>
          <ac:spMkLst>
            <pc:docMk/>
            <pc:sldMk cId="1967290771" sldId="2142532783"/>
            <ac:spMk id="1049" creationId="{01FF819A-1176-57BF-D294-FC6DDA5D32AE}"/>
          </ac:spMkLst>
        </pc:spChg>
        <pc:spChg chg="mod">
          <ac:chgData name="Pavel Aleman" userId="2efb7982-2bc2-4b29-878b-3d55fc136137" providerId="ADAL" clId="{F30B84E5-23FF-4C95-9796-7D644BD06B13}" dt="2025-01-18T17:22:52.674" v="1002" actId="1076"/>
          <ac:spMkLst>
            <pc:docMk/>
            <pc:sldMk cId="1967290771" sldId="2142532783"/>
            <ac:spMk id="1057" creationId="{72E2319D-0F91-427D-17AF-F4832DD936F6}"/>
          </ac:spMkLst>
        </pc:spChg>
        <pc:spChg chg="del mod">
          <ac:chgData name="Pavel Aleman" userId="2efb7982-2bc2-4b29-878b-3d55fc136137" providerId="ADAL" clId="{F30B84E5-23FF-4C95-9796-7D644BD06B13}" dt="2025-01-18T17:21:30.281" v="986" actId="478"/>
          <ac:spMkLst>
            <pc:docMk/>
            <pc:sldMk cId="1967290771" sldId="2142532783"/>
            <ac:spMk id="1058" creationId="{36952A8B-9103-05AD-8962-31272EB4493C}"/>
          </ac:spMkLst>
        </pc:spChg>
        <pc:spChg chg="mod">
          <ac:chgData name="Pavel Aleman" userId="2efb7982-2bc2-4b29-878b-3d55fc136137" providerId="ADAL" clId="{F30B84E5-23FF-4C95-9796-7D644BD06B13}" dt="2025-01-18T17:23:25.494" v="1009" actId="1076"/>
          <ac:spMkLst>
            <pc:docMk/>
            <pc:sldMk cId="1967290771" sldId="2142532783"/>
            <ac:spMk id="1065" creationId="{12F7D441-CF0F-AD27-D545-53673129CCAD}"/>
          </ac:spMkLst>
        </pc:spChg>
        <pc:spChg chg="mod">
          <ac:chgData name="Pavel Aleman" userId="2efb7982-2bc2-4b29-878b-3d55fc136137" providerId="ADAL" clId="{F30B84E5-23FF-4C95-9796-7D644BD06B13}" dt="2025-01-17T20:22:29.861" v="75" actId="14100"/>
          <ac:spMkLst>
            <pc:docMk/>
            <pc:sldMk cId="1967290771" sldId="2142532783"/>
            <ac:spMk id="3113" creationId="{D304FDAE-021B-8BA7-DA4C-531F4C57D79C}"/>
          </ac:spMkLst>
        </pc:spChg>
        <pc:spChg chg="mod">
          <ac:chgData name="Pavel Aleman" userId="2efb7982-2bc2-4b29-878b-3d55fc136137" providerId="ADAL" clId="{F30B84E5-23FF-4C95-9796-7D644BD06B13}" dt="2025-01-17T20:22:47.740" v="92" actId="14100"/>
          <ac:spMkLst>
            <pc:docMk/>
            <pc:sldMk cId="1967290771" sldId="2142532783"/>
            <ac:spMk id="3117" creationId="{9792A9AB-03B5-E9E9-061C-5CFB65A77C8F}"/>
          </ac:spMkLst>
        </pc:spChg>
        <pc:spChg chg="mod">
          <ac:chgData name="Pavel Aleman" userId="2efb7982-2bc2-4b29-878b-3d55fc136137" providerId="ADAL" clId="{F30B84E5-23FF-4C95-9796-7D644BD06B13}" dt="2025-01-17T20:22:29.861" v="75" actId="14100"/>
          <ac:spMkLst>
            <pc:docMk/>
            <pc:sldMk cId="1967290771" sldId="2142532783"/>
            <ac:spMk id="3148" creationId="{D66492C9-D095-F649-47DC-635FFF072AFE}"/>
          </ac:spMkLst>
        </pc:spChg>
        <pc:spChg chg="mod">
          <ac:chgData name="Pavel Aleman" userId="2efb7982-2bc2-4b29-878b-3d55fc136137" providerId="ADAL" clId="{F30B84E5-23FF-4C95-9796-7D644BD06B13}" dt="2025-01-17T20:22:33.667" v="76" actId="14100"/>
          <ac:spMkLst>
            <pc:docMk/>
            <pc:sldMk cId="1967290771" sldId="2142532783"/>
            <ac:spMk id="3183" creationId="{9B0FDA8E-5F68-1D1E-208E-7D68BB1B2445}"/>
          </ac:spMkLst>
        </pc:spChg>
        <pc:picChg chg="add mod">
          <ac:chgData name="Pavel Aleman" userId="2efb7982-2bc2-4b29-878b-3d55fc136137" providerId="ADAL" clId="{F30B84E5-23FF-4C95-9796-7D644BD06B13}" dt="2025-01-17T20:22:39.431" v="89" actId="1036"/>
          <ac:picMkLst>
            <pc:docMk/>
            <pc:sldMk cId="1967290771" sldId="2142532783"/>
            <ac:picMk id="2" creationId="{035F2B39-B3B9-169E-AC3E-98A2EE0097C4}"/>
          </ac:picMkLst>
        </pc:picChg>
        <pc:picChg chg="add mod">
          <ac:chgData name="Pavel Aleman" userId="2efb7982-2bc2-4b29-878b-3d55fc136137" providerId="ADAL" clId="{F30B84E5-23FF-4C95-9796-7D644BD06B13}" dt="2025-01-17T20:22:39.431" v="89" actId="1036"/>
          <ac:picMkLst>
            <pc:docMk/>
            <pc:sldMk cId="1967290771" sldId="2142532783"/>
            <ac:picMk id="19" creationId="{8C98FE59-E840-0D88-28FE-FECDC96CEC1D}"/>
          </ac:picMkLst>
        </pc:picChg>
        <pc:picChg chg="add mod">
          <ac:chgData name="Pavel Aleman" userId="2efb7982-2bc2-4b29-878b-3d55fc136137" providerId="ADAL" clId="{F30B84E5-23FF-4C95-9796-7D644BD06B13}" dt="2025-01-17T20:22:39.431" v="89" actId="1036"/>
          <ac:picMkLst>
            <pc:docMk/>
            <pc:sldMk cId="1967290771" sldId="2142532783"/>
            <ac:picMk id="23" creationId="{71DF901B-4859-BA10-20A5-E0213C765D7A}"/>
          </ac:picMkLst>
        </pc:picChg>
        <pc:picChg chg="add mod">
          <ac:chgData name="Pavel Aleman" userId="2efb7982-2bc2-4b29-878b-3d55fc136137" providerId="ADAL" clId="{F30B84E5-23FF-4C95-9796-7D644BD06B13}" dt="2025-01-17T20:23:46.640" v="160" actId="1076"/>
          <ac:picMkLst>
            <pc:docMk/>
            <pc:sldMk cId="1967290771" sldId="2142532783"/>
            <ac:picMk id="36" creationId="{B725BF1D-FB9D-F13C-43B6-62CB4379AF97}"/>
          </ac:picMkLst>
        </pc:picChg>
        <pc:picChg chg="mod">
          <ac:chgData name="Pavel Aleman" userId="2efb7982-2bc2-4b29-878b-3d55fc136137" providerId="ADAL" clId="{F30B84E5-23FF-4C95-9796-7D644BD06B13}" dt="2025-01-17T20:22:39.431" v="89" actId="1036"/>
          <ac:picMkLst>
            <pc:docMk/>
            <pc:sldMk cId="1967290771" sldId="2142532783"/>
            <ac:picMk id="1027" creationId="{60ED1B90-3838-1D1D-3CD1-4E4F156525C2}"/>
          </ac:picMkLst>
        </pc:picChg>
        <pc:cxnChg chg="mod">
          <ac:chgData name="Pavel Aleman" userId="2efb7982-2bc2-4b29-878b-3d55fc136137" providerId="ADAL" clId="{F30B84E5-23FF-4C95-9796-7D644BD06B13}" dt="2025-01-17T20:22:29.861" v="75" actId="14100"/>
          <ac:cxnSpMkLst>
            <pc:docMk/>
            <pc:sldMk cId="1967290771" sldId="2142532783"/>
            <ac:cxnSpMk id="1030" creationId="{EE916E08-7FFB-24A7-92C8-80CFCEE11643}"/>
          </ac:cxnSpMkLst>
        </pc:cxnChg>
        <pc:cxnChg chg="mod">
          <ac:chgData name="Pavel Aleman" userId="2efb7982-2bc2-4b29-878b-3d55fc136137" providerId="ADAL" clId="{F30B84E5-23FF-4C95-9796-7D644BD06B13}" dt="2025-01-17T20:22:29.861" v="75" actId="14100"/>
          <ac:cxnSpMkLst>
            <pc:docMk/>
            <pc:sldMk cId="1967290771" sldId="2142532783"/>
            <ac:cxnSpMk id="1032" creationId="{FCC1B5A4-4C8F-DC7D-FAC4-6E8552AE950F}"/>
          </ac:cxnSpMkLst>
        </pc:cxnChg>
        <pc:cxnChg chg="mod">
          <ac:chgData name="Pavel Aleman" userId="2efb7982-2bc2-4b29-878b-3d55fc136137" providerId="ADAL" clId="{F30B84E5-23FF-4C95-9796-7D644BD06B13}" dt="2025-01-17T20:22:29.861" v="75" actId="14100"/>
          <ac:cxnSpMkLst>
            <pc:docMk/>
            <pc:sldMk cId="1967290771" sldId="2142532783"/>
            <ac:cxnSpMk id="1037" creationId="{AB778B7B-9B28-D275-2274-788F6050A4EC}"/>
          </ac:cxnSpMkLst>
        </pc:cxnChg>
        <pc:cxnChg chg="mod">
          <ac:chgData name="Pavel Aleman" userId="2efb7982-2bc2-4b29-878b-3d55fc136137" providerId="ADAL" clId="{F30B84E5-23FF-4C95-9796-7D644BD06B13}" dt="2025-01-17T20:22:59.219" v="114" actId="1037"/>
          <ac:cxnSpMkLst>
            <pc:docMk/>
            <pc:sldMk cId="1967290771" sldId="2142532783"/>
            <ac:cxnSpMk id="1044" creationId="{8399AF9B-72C1-6FEC-A463-FFCBF49EDF52}"/>
          </ac:cxnSpMkLst>
        </pc:cxnChg>
        <pc:cxnChg chg="mod">
          <ac:chgData name="Pavel Aleman" userId="2efb7982-2bc2-4b29-878b-3d55fc136137" providerId="ADAL" clId="{F30B84E5-23FF-4C95-9796-7D644BD06B13}" dt="2025-01-18T17:22:33.253" v="997" actId="14100"/>
          <ac:cxnSpMkLst>
            <pc:docMk/>
            <pc:sldMk cId="1967290771" sldId="2142532783"/>
            <ac:cxnSpMk id="1050" creationId="{A4CFABC5-B106-ED0F-647B-44DC67D0D41A}"/>
          </ac:cxnSpMkLst>
        </pc:cxnChg>
        <pc:cxnChg chg="mod">
          <ac:chgData name="Pavel Aleman" userId="2efb7982-2bc2-4b29-878b-3d55fc136137" providerId="ADAL" clId="{F30B84E5-23FF-4C95-9796-7D644BD06B13}" dt="2025-01-18T17:22:45.606" v="1000" actId="14100"/>
          <ac:cxnSpMkLst>
            <pc:docMk/>
            <pc:sldMk cId="1967290771" sldId="2142532783"/>
            <ac:cxnSpMk id="1059" creationId="{AF61E865-6E06-B5FD-CA9B-D3764D35B0B0}"/>
          </ac:cxnSpMkLst>
        </pc:cxnChg>
        <pc:cxnChg chg="mod">
          <ac:chgData name="Pavel Aleman" userId="2efb7982-2bc2-4b29-878b-3d55fc136137" providerId="ADAL" clId="{F30B84E5-23FF-4C95-9796-7D644BD06B13}" dt="2025-01-18T17:23:18.155" v="1007" actId="14100"/>
          <ac:cxnSpMkLst>
            <pc:docMk/>
            <pc:sldMk cId="1967290771" sldId="2142532783"/>
            <ac:cxnSpMk id="1062" creationId="{159FB250-D98B-148F-FB33-9D1471AD50E3}"/>
          </ac:cxnSpMkLst>
        </pc:cxnChg>
      </pc:sldChg>
      <pc:sldChg chg="addSp modSp new mod setBg">
        <pc:chgData name="Pavel Aleman" userId="2efb7982-2bc2-4b29-878b-3d55fc136137" providerId="ADAL" clId="{F30B84E5-23FF-4C95-9796-7D644BD06B13}" dt="2025-01-17T20:40:47.138" v="522" actId="1076"/>
        <pc:sldMkLst>
          <pc:docMk/>
          <pc:sldMk cId="304461088" sldId="2142532784"/>
        </pc:sldMkLst>
        <pc:spChg chg="mod">
          <ac:chgData name="Pavel Aleman" userId="2efb7982-2bc2-4b29-878b-3d55fc136137" providerId="ADAL" clId="{F30B84E5-23FF-4C95-9796-7D644BD06B13}" dt="2025-01-17T20:40:39.770" v="514" actId="1076"/>
          <ac:spMkLst>
            <pc:docMk/>
            <pc:sldMk cId="304461088" sldId="2142532784"/>
            <ac:spMk id="2" creationId="{1580DD99-388F-9203-25BF-F6E1EB967693}"/>
          </ac:spMkLst>
        </pc:spChg>
        <pc:spChg chg="mod">
          <ac:chgData name="Pavel Aleman" userId="2efb7982-2bc2-4b29-878b-3d55fc136137" providerId="ADAL" clId="{F30B84E5-23FF-4C95-9796-7D644BD06B13}" dt="2025-01-17T20:40:47.138" v="522" actId="1076"/>
          <ac:spMkLst>
            <pc:docMk/>
            <pc:sldMk cId="304461088" sldId="2142532784"/>
            <ac:spMk id="3" creationId="{022B3A52-1EAD-8C21-ECB7-7EAD4496E463}"/>
          </ac:spMkLst>
        </pc:spChg>
        <pc:spChg chg="add mod">
          <ac:chgData name="Pavel Aleman" userId="2efb7982-2bc2-4b29-878b-3d55fc136137" providerId="ADAL" clId="{F30B84E5-23FF-4C95-9796-7D644BD06B13}" dt="2025-01-17T20:40:32.759" v="511" actId="1076"/>
          <ac:spMkLst>
            <pc:docMk/>
            <pc:sldMk cId="304461088" sldId="2142532784"/>
            <ac:spMk id="5" creationId="{C304664C-ABCC-D4D9-8296-284406AC039F}"/>
          </ac:spMkLst>
        </pc:spChg>
        <pc:spChg chg="add">
          <ac:chgData name="Pavel Aleman" userId="2efb7982-2bc2-4b29-878b-3d55fc136137" providerId="ADAL" clId="{F30B84E5-23FF-4C95-9796-7D644BD06B13}" dt="2025-01-17T20:40:26.398" v="509" actId="26606"/>
          <ac:spMkLst>
            <pc:docMk/>
            <pc:sldMk cId="304461088" sldId="2142532784"/>
            <ac:spMk id="12" creationId="{A3363022-C969-41E9-8EB2-E4C94908C1FA}"/>
          </ac:spMkLst>
        </pc:spChg>
        <pc:spChg chg="add">
          <ac:chgData name="Pavel Aleman" userId="2efb7982-2bc2-4b29-878b-3d55fc136137" providerId="ADAL" clId="{F30B84E5-23FF-4C95-9796-7D644BD06B13}" dt="2025-01-17T20:40:26.398" v="509" actId="26606"/>
          <ac:spMkLst>
            <pc:docMk/>
            <pc:sldMk cId="304461088" sldId="2142532784"/>
            <ac:spMk id="14" creationId="{8D1AD6B3-BE88-4CEB-BA17-790657CC4729}"/>
          </ac:spMkLst>
        </pc:spChg>
        <pc:grpChg chg="add">
          <ac:chgData name="Pavel Aleman" userId="2efb7982-2bc2-4b29-878b-3d55fc136137" providerId="ADAL" clId="{F30B84E5-23FF-4C95-9796-7D644BD06B13}" dt="2025-01-17T20:40:26.398" v="509" actId="26606"/>
          <ac:grpSpMkLst>
            <pc:docMk/>
            <pc:sldMk cId="304461088" sldId="2142532784"/>
            <ac:grpSpMk id="16" creationId="{89D1390B-7E13-4B4F-9CB2-391063412E54}"/>
          </ac:grpSpMkLst>
        </pc:grpChg>
        <pc:picChg chg="add">
          <ac:chgData name="Pavel Aleman" userId="2efb7982-2bc2-4b29-878b-3d55fc136137" providerId="ADAL" clId="{F30B84E5-23FF-4C95-9796-7D644BD06B13}" dt="2025-01-17T20:40:26.398" v="509" actId="26606"/>
          <ac:picMkLst>
            <pc:docMk/>
            <pc:sldMk cId="304461088" sldId="2142532784"/>
            <ac:picMk id="9" creationId="{175CA3AA-3D9C-CAFD-EA33-360982F4D5E9}"/>
          </ac:picMkLst>
        </pc:picChg>
      </pc:sldChg>
      <pc:sldMasterChg chg="delSldLayout">
        <pc:chgData name="Pavel Aleman" userId="2efb7982-2bc2-4b29-878b-3d55fc136137" providerId="ADAL" clId="{F30B84E5-23FF-4C95-9796-7D644BD06B13}" dt="2025-01-17T20:20:16.134" v="55" actId="18676"/>
        <pc:sldMasterMkLst>
          <pc:docMk/>
          <pc:sldMasterMk cId="4086945262" sldId="2147483693"/>
        </pc:sldMasterMkLst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4086945262" sldId="2147483693"/>
            <pc:sldLayoutMk cId="1606570107" sldId="2147483706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4086945262" sldId="2147483693"/>
            <pc:sldLayoutMk cId="1006628498" sldId="2147483707"/>
          </pc:sldLayoutMkLst>
        </pc:sldLayoutChg>
        <pc:sldLayoutChg chg="del">
          <pc:chgData name="Pavel Aleman" userId="2efb7982-2bc2-4b29-878b-3d55fc136137" providerId="ADAL" clId="{F30B84E5-23FF-4C95-9796-7D644BD06B13}" dt="2025-01-17T20:20:06.915" v="52" actId="18676"/>
          <pc:sldLayoutMkLst>
            <pc:docMk/>
            <pc:sldMasterMk cId="4086945262" sldId="2147483693"/>
            <pc:sldLayoutMk cId="3065374095" sldId="2147483708"/>
          </pc:sldLayoutMkLst>
        </pc:sldLayoutChg>
      </pc:sldMasterChg>
      <pc:sldMasterChg chg="del delSldLayout">
        <pc:chgData name="Pavel Aleman" userId="2efb7982-2bc2-4b29-878b-3d55fc136137" providerId="ADAL" clId="{F30B84E5-23FF-4C95-9796-7D644BD06B13}" dt="2025-01-17T20:20:16.134" v="55" actId="18676"/>
        <pc:sldMasterMkLst>
          <pc:docMk/>
          <pc:sldMasterMk cId="293631824" sldId="2147483709"/>
        </pc:sldMasterMkLst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293631824" sldId="2147483709"/>
            <pc:sldLayoutMk cId="3947254139" sldId="2147483710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293631824" sldId="2147483709"/>
            <pc:sldLayoutMk cId="3484001936" sldId="2147483711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293631824" sldId="2147483709"/>
            <pc:sldLayoutMk cId="3995874191" sldId="2147483712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293631824" sldId="2147483709"/>
            <pc:sldLayoutMk cId="1788536699" sldId="2147483713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293631824" sldId="2147483709"/>
            <pc:sldLayoutMk cId="1649696937" sldId="2147483714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293631824" sldId="2147483709"/>
            <pc:sldLayoutMk cId="3995541127" sldId="2147483715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293631824" sldId="2147483709"/>
            <pc:sldLayoutMk cId="1359216672" sldId="2147483716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293631824" sldId="2147483709"/>
            <pc:sldLayoutMk cId="1488425432" sldId="2147483717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293631824" sldId="2147483709"/>
            <pc:sldLayoutMk cId="4132172028" sldId="2147483718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293631824" sldId="2147483709"/>
            <pc:sldLayoutMk cId="4244036138" sldId="2147483719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293631824" sldId="2147483709"/>
            <pc:sldLayoutMk cId="3068999605" sldId="2147483720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293631824" sldId="2147483709"/>
            <pc:sldLayoutMk cId="472155187" sldId="2147483721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293631824" sldId="2147483709"/>
            <pc:sldLayoutMk cId="1776551853" sldId="2147483722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293631824" sldId="2147483709"/>
            <pc:sldLayoutMk cId="485931212" sldId="2147483723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293631824" sldId="2147483709"/>
            <pc:sldLayoutMk cId="3549514152" sldId="2147483724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293631824" sldId="2147483709"/>
            <pc:sldLayoutMk cId="298707150" sldId="2147483725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293631824" sldId="2147483709"/>
            <pc:sldLayoutMk cId="2057717227" sldId="2147483726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293631824" sldId="2147483709"/>
            <pc:sldLayoutMk cId="3712945032" sldId="2147483727"/>
          </pc:sldLayoutMkLst>
        </pc:sldLayoutChg>
      </pc:sldMasterChg>
      <pc:sldMasterChg chg="del delSldLayout">
        <pc:chgData name="Pavel Aleman" userId="2efb7982-2bc2-4b29-878b-3d55fc136137" providerId="ADAL" clId="{F30B84E5-23FF-4C95-9796-7D644BD06B13}" dt="2025-01-17T20:20:16.134" v="55" actId="18676"/>
        <pc:sldMasterMkLst>
          <pc:docMk/>
          <pc:sldMasterMk cId="1680080550" sldId="2147483728"/>
        </pc:sldMasterMkLst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1680080550" sldId="2147483728"/>
            <pc:sldLayoutMk cId="1285483662" sldId="2147483729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1680080550" sldId="2147483728"/>
            <pc:sldLayoutMk cId="2697506426" sldId="2147483730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1680080550" sldId="2147483728"/>
            <pc:sldLayoutMk cId="964610406" sldId="2147483731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1680080550" sldId="2147483728"/>
            <pc:sldLayoutMk cId="1860639880" sldId="2147483732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1680080550" sldId="2147483728"/>
            <pc:sldLayoutMk cId="587161903" sldId="2147483733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1680080550" sldId="2147483728"/>
            <pc:sldLayoutMk cId="2393540290" sldId="2147483734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1680080550" sldId="2147483728"/>
            <pc:sldLayoutMk cId="3211897414" sldId="2147483735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1680080550" sldId="2147483728"/>
            <pc:sldLayoutMk cId="51143014" sldId="2147483736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1680080550" sldId="2147483728"/>
            <pc:sldLayoutMk cId="2963411250" sldId="2147483737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1680080550" sldId="2147483728"/>
            <pc:sldLayoutMk cId="1713801550" sldId="2147483738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1680080550" sldId="2147483728"/>
            <pc:sldLayoutMk cId="1862784753" sldId="2147483739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1680080550" sldId="2147483728"/>
            <pc:sldLayoutMk cId="2799278803" sldId="2147483740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1680080550" sldId="2147483728"/>
            <pc:sldLayoutMk cId="1746273312" sldId="2147483741"/>
          </pc:sldLayoutMkLst>
        </pc:sldLayoutChg>
        <pc:sldLayoutChg chg="del">
          <pc:chgData name="Pavel Aleman" userId="2efb7982-2bc2-4b29-878b-3d55fc136137" providerId="ADAL" clId="{F30B84E5-23FF-4C95-9796-7D644BD06B13}" dt="2025-01-17T20:20:16.134" v="55" actId="18676"/>
          <pc:sldLayoutMkLst>
            <pc:docMk/>
            <pc:sldMasterMk cId="1680080550" sldId="2147483728"/>
            <pc:sldLayoutMk cId="1554442940" sldId="214748374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FE8364-5212-5052-88FE-035174C092D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9E988D-BD58-0F99-B6C2-E3CFC6883B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4165A-000A-41E8-8092-71C176092AFD}" type="datetimeFigureOut">
              <a:rPr lang="en-CA" smtClean="0"/>
              <a:t>17/01/2025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DD185-94C5-BADC-D9B2-FA3C0DCDB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03BEE-DB9E-A294-EBA1-7CF72A834A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84A89-40C6-4AE6-B194-FBCA48F80B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045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EB5F3-BDC8-4501-A719-AF18A1406013}" type="datetimeFigureOut">
              <a:rPr lang="en-CA" smtClean="0"/>
              <a:t>17/01/2025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AC7D7E-062A-4EAD-B738-72D8DAC9AF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8315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CC2A-C877-4532-9868-1391F5145B10}" type="datetimeFigureOut">
              <a:rPr lang="en-CA" smtClean="0"/>
              <a:t>17/01/2025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677D-BF3E-48CC-A8A9-216B7C6220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5488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CC2A-C877-4532-9868-1391F5145B10}" type="datetimeFigureOut">
              <a:rPr lang="en-CA" smtClean="0"/>
              <a:t>17/01/2025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677D-BF3E-48CC-A8A9-216B7C6220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406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CC2A-C877-4532-9868-1391F5145B10}" type="datetimeFigureOut">
              <a:rPr lang="en-CA" smtClean="0"/>
              <a:t>17/01/2025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677D-BF3E-48CC-A8A9-216B7C6220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066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CC2A-C877-4532-9868-1391F5145B10}" type="datetimeFigureOut">
              <a:rPr lang="en-CA" smtClean="0"/>
              <a:t>17/01/2025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677D-BF3E-48CC-A8A9-216B7C6220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971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CC2A-C877-4532-9868-1391F5145B10}" type="datetimeFigureOut">
              <a:rPr lang="en-CA" smtClean="0"/>
              <a:t>17/01/2025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677D-BF3E-48CC-A8A9-216B7C6220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7944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CC2A-C877-4532-9868-1391F5145B10}" type="datetimeFigureOut">
              <a:rPr lang="en-CA" smtClean="0"/>
              <a:t>17/01/2025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677D-BF3E-48CC-A8A9-216B7C6220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2472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CC2A-C877-4532-9868-1391F5145B10}" type="datetimeFigureOut">
              <a:rPr lang="en-CA" smtClean="0"/>
              <a:t>17/01/2025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677D-BF3E-48CC-A8A9-216B7C6220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597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CC2A-C877-4532-9868-1391F5145B10}" type="datetimeFigureOut">
              <a:rPr lang="en-CA" smtClean="0"/>
              <a:t>17/01/2025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677D-BF3E-48CC-A8A9-216B7C6220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5702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CC2A-C877-4532-9868-1391F5145B10}" type="datetimeFigureOut">
              <a:rPr lang="en-CA" smtClean="0"/>
              <a:t>17/01/2025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677D-BF3E-48CC-A8A9-216B7C6220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481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CC2A-C877-4532-9868-1391F5145B10}" type="datetimeFigureOut">
              <a:rPr lang="en-CA" smtClean="0"/>
              <a:t>17/01/2025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677D-BF3E-48CC-A8A9-216B7C6220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750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CC2A-C877-4532-9868-1391F5145B10}" type="datetimeFigureOut">
              <a:rPr lang="en-CA" smtClean="0"/>
              <a:t>17/01/2025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F677D-BF3E-48CC-A8A9-216B7C6220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819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0CC2A-C877-4532-9868-1391F5145B10}" type="datetimeFigureOut">
              <a:rPr lang="en-CA" smtClean="0"/>
              <a:t>17/01/2025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F677D-BF3E-48CC-A8A9-216B7C622016}" type="slidenum">
              <a:rPr lang="en-CA" smtClean="0"/>
              <a:t>‹#›</a:t>
            </a:fld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54CFF2-85E1-67B9-36AE-BC3C7BE498D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9683750" y="63500"/>
            <a:ext cx="2473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A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Category/Catégorie: Non-Sensitive/Non-Délicat</a:t>
            </a:r>
          </a:p>
        </p:txBody>
      </p:sp>
    </p:spTree>
    <p:extLst>
      <p:ext uri="{BB962C8B-B14F-4D97-AF65-F5344CB8AC3E}">
        <p14:creationId xmlns:p14="http://schemas.microsoft.com/office/powerpoint/2010/main" val="4086945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4.png"/><Relationship Id="rId18" Type="http://schemas.openxmlformats.org/officeDocument/2006/relationships/image" Target="../media/image20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3.png"/><Relationship Id="rId17" Type="http://schemas.openxmlformats.org/officeDocument/2006/relationships/image" Target="../media/image19.png"/><Relationship Id="rId2" Type="http://schemas.openxmlformats.org/officeDocument/2006/relationships/image" Target="../media/image6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7.png"/><Relationship Id="rId10" Type="http://schemas.openxmlformats.org/officeDocument/2006/relationships/image" Target="../media/image14.png"/><Relationship Id="rId19" Type="http://schemas.openxmlformats.org/officeDocument/2006/relationships/image" Target="../media/image21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3.png"/><Relationship Id="rId12" Type="http://schemas.openxmlformats.org/officeDocument/2006/relationships/image" Target="../media/image11.svg"/><Relationship Id="rId2" Type="http://schemas.openxmlformats.org/officeDocument/2006/relationships/image" Target="../media/image6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0.png"/><Relationship Id="rId5" Type="http://schemas.openxmlformats.org/officeDocument/2006/relationships/image" Target="../media/image2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2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80DD99-388F-9203-25BF-F6E1EB967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480338"/>
            <a:ext cx="582708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MS Fabric BoC Architecture</a:t>
            </a:r>
            <a:endParaRPr lang="en-US" sz="40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B3A52-1EAD-8C21-ECB7-7EAD4496E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7696" y="2876106"/>
            <a:ext cx="5230725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BOC deployment architecture</a:t>
            </a:r>
            <a:endParaRPr lang="en-US" sz="32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Graphic 8" descr="Bank">
            <a:extLst>
              <a:ext uri="{FF2B5EF4-FFF2-40B4-BE49-F238E27FC236}">
                <a16:creationId xmlns:a16="http://schemas.microsoft.com/office/drawing/2014/main" id="{175CA3AA-3D9C-CAFD-EA33-360982F4D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304664C-ABCC-D4D9-8296-284406AC039F}"/>
              </a:ext>
            </a:extLst>
          </p:cNvPr>
          <p:cNvSpPr txBox="1"/>
          <p:nvPr/>
        </p:nvSpPr>
        <p:spPr>
          <a:xfrm>
            <a:off x="5774416" y="6298027"/>
            <a:ext cx="6104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Bank of Canada - 2025</a:t>
            </a:r>
          </a:p>
        </p:txBody>
      </p:sp>
    </p:spTree>
    <p:extLst>
      <p:ext uri="{BB962C8B-B14F-4D97-AF65-F5344CB8AC3E}">
        <p14:creationId xmlns:p14="http://schemas.microsoft.com/office/powerpoint/2010/main" val="304461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34F2B-06D0-910B-F457-D2D905D80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pPr algn="ctr"/>
            <a:r>
              <a:rPr lang="en-CA" i="0" dirty="0">
                <a:effectLst/>
                <a:latin typeface="Segoe UI" panose="020B0502040204020203" pitchFamily="34" charset="0"/>
              </a:rPr>
              <a:t>Levels in a MS Fabric deployment</a:t>
            </a:r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92FFC42-F855-72A0-36C2-3A778CCB6645}"/>
              </a:ext>
            </a:extLst>
          </p:cNvPr>
          <p:cNvSpPr/>
          <p:nvPr/>
        </p:nvSpPr>
        <p:spPr>
          <a:xfrm>
            <a:off x="841248" y="1744316"/>
            <a:ext cx="5817073" cy="2096361"/>
          </a:xfrm>
          <a:custGeom>
            <a:avLst/>
            <a:gdLst>
              <a:gd name="connsiteX0" fmla="*/ 0 w 4913783"/>
              <a:gd name="connsiteY0" fmla="*/ 0 h 1788224"/>
              <a:gd name="connsiteX1" fmla="*/ 4913783 w 4913783"/>
              <a:gd name="connsiteY1" fmla="*/ 0 h 1788224"/>
              <a:gd name="connsiteX2" fmla="*/ 4913783 w 4913783"/>
              <a:gd name="connsiteY2" fmla="*/ 1788224 h 1788224"/>
              <a:gd name="connsiteX3" fmla="*/ 0 w 4913783"/>
              <a:gd name="connsiteY3" fmla="*/ 1788224 h 1788224"/>
              <a:gd name="connsiteX4" fmla="*/ 0 w 4913783"/>
              <a:gd name="connsiteY4" fmla="*/ 0 h 1788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13783" h="1788224">
                <a:moveTo>
                  <a:pt x="0" y="0"/>
                </a:moveTo>
                <a:lnTo>
                  <a:pt x="4913783" y="0"/>
                </a:lnTo>
                <a:lnTo>
                  <a:pt x="4913783" y="1788224"/>
                </a:lnTo>
                <a:lnTo>
                  <a:pt x="0" y="178822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128" tIns="77216" rIns="135128" bIns="77216" numCol="1" spcCol="1270" anchor="ctr" anchorCtr="0">
            <a:noAutofit/>
          </a:bodyPr>
          <a:lstStyle/>
          <a:p>
            <a:pPr marL="285750" indent="-285750" algn="just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61616"/>
                </a:solidFill>
                <a:latin typeface="Segoe UI" panose="020B0502040204020203" pitchFamily="34" charset="0"/>
              </a:rPr>
              <a:t>Fabric deployment has four levels: Tenant, capacity, workspace &amp; item.</a:t>
            </a:r>
          </a:p>
          <a:p>
            <a:pPr marL="285750" indent="-285750" algn="just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61616"/>
                </a:solidFill>
                <a:latin typeface="Segoe UI" panose="020B0502040204020203" pitchFamily="34" charset="0"/>
              </a:rPr>
              <a:t>Each tenant can have one or more capacities, each capacity can contain one or more workspaces, and each workspace can contain zero or more Fabric items.</a:t>
            </a:r>
          </a:p>
          <a:p>
            <a:pPr marL="285750" indent="-285750" algn="just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61616"/>
                </a:solidFill>
                <a:latin typeface="Segoe UI" panose="020B0502040204020203" pitchFamily="34" charset="0"/>
              </a:rPr>
              <a:t>A domain is a “logical grouping” of workspaces independently of the capacity assigned to them</a:t>
            </a:r>
          </a:p>
          <a:p>
            <a:pPr marL="285750" indent="-285750" algn="just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61616"/>
                </a:solidFill>
                <a:latin typeface="Segoe UI" panose="020B0502040204020203" pitchFamily="34" charset="0"/>
              </a:rPr>
              <a:t>Power BI Shared Capacities (Pro) are managed from the Fabric Tenant level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B5A9B14-5081-55F2-9334-DA055A3D9074}"/>
              </a:ext>
            </a:extLst>
          </p:cNvPr>
          <p:cNvGrpSpPr/>
          <p:nvPr/>
        </p:nvGrpSpPr>
        <p:grpSpPr>
          <a:xfrm>
            <a:off x="7580827" y="2223666"/>
            <a:ext cx="3736718" cy="3730060"/>
            <a:chOff x="7824189" y="2016276"/>
            <a:chExt cx="3384954" cy="336365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7673465-AD42-CF0B-E357-D481D7E1A9C4}"/>
                </a:ext>
              </a:extLst>
            </p:cNvPr>
            <p:cNvSpPr/>
            <p:nvPr/>
          </p:nvSpPr>
          <p:spPr>
            <a:xfrm>
              <a:off x="7824189" y="2016276"/>
              <a:ext cx="3384954" cy="3363656"/>
            </a:xfrm>
            <a:custGeom>
              <a:avLst/>
              <a:gdLst>
                <a:gd name="connsiteX0" fmla="*/ 0 w 3384954"/>
                <a:gd name="connsiteY0" fmla="*/ 0 h 3363656"/>
                <a:gd name="connsiteX1" fmla="*/ 643141 w 3384954"/>
                <a:gd name="connsiteY1" fmla="*/ 0 h 3363656"/>
                <a:gd name="connsiteX2" fmla="*/ 1353982 w 3384954"/>
                <a:gd name="connsiteY2" fmla="*/ 0 h 3363656"/>
                <a:gd name="connsiteX3" fmla="*/ 1963273 w 3384954"/>
                <a:gd name="connsiteY3" fmla="*/ 0 h 3363656"/>
                <a:gd name="connsiteX4" fmla="*/ 2606415 w 3384954"/>
                <a:gd name="connsiteY4" fmla="*/ 0 h 3363656"/>
                <a:gd name="connsiteX5" fmla="*/ 3384954 w 3384954"/>
                <a:gd name="connsiteY5" fmla="*/ 0 h 3363656"/>
                <a:gd name="connsiteX6" fmla="*/ 3384954 w 3384954"/>
                <a:gd name="connsiteY6" fmla="*/ 706368 h 3363656"/>
                <a:gd name="connsiteX7" fmla="*/ 3384954 w 3384954"/>
                <a:gd name="connsiteY7" fmla="*/ 1412736 h 3363656"/>
                <a:gd name="connsiteX8" fmla="*/ 3384954 w 3384954"/>
                <a:gd name="connsiteY8" fmla="*/ 2085467 h 3363656"/>
                <a:gd name="connsiteX9" fmla="*/ 3384954 w 3384954"/>
                <a:gd name="connsiteY9" fmla="*/ 3363656 h 3363656"/>
                <a:gd name="connsiteX10" fmla="*/ 2775662 w 3384954"/>
                <a:gd name="connsiteY10" fmla="*/ 3363656 h 3363656"/>
                <a:gd name="connsiteX11" fmla="*/ 2200220 w 3384954"/>
                <a:gd name="connsiteY11" fmla="*/ 3363656 h 3363656"/>
                <a:gd name="connsiteX12" fmla="*/ 1455530 w 3384954"/>
                <a:gd name="connsiteY12" fmla="*/ 3363656 h 3363656"/>
                <a:gd name="connsiteX13" fmla="*/ 812389 w 3384954"/>
                <a:gd name="connsiteY13" fmla="*/ 3363656 h 3363656"/>
                <a:gd name="connsiteX14" fmla="*/ 0 w 3384954"/>
                <a:gd name="connsiteY14" fmla="*/ 3363656 h 3363656"/>
                <a:gd name="connsiteX15" fmla="*/ 0 w 3384954"/>
                <a:gd name="connsiteY15" fmla="*/ 2690925 h 3363656"/>
                <a:gd name="connsiteX16" fmla="*/ 0 w 3384954"/>
                <a:gd name="connsiteY16" fmla="*/ 1984557 h 3363656"/>
                <a:gd name="connsiteX17" fmla="*/ 0 w 3384954"/>
                <a:gd name="connsiteY17" fmla="*/ 1244553 h 3363656"/>
                <a:gd name="connsiteX18" fmla="*/ 0 w 3384954"/>
                <a:gd name="connsiteY18" fmla="*/ 605458 h 3363656"/>
                <a:gd name="connsiteX19" fmla="*/ 0 w 3384954"/>
                <a:gd name="connsiteY19" fmla="*/ 0 h 3363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84954" h="3363656" fill="none" extrusionOk="0">
                  <a:moveTo>
                    <a:pt x="0" y="0"/>
                  </a:moveTo>
                  <a:cubicBezTo>
                    <a:pt x="235570" y="-12971"/>
                    <a:pt x="464689" y="-12433"/>
                    <a:pt x="643141" y="0"/>
                  </a:cubicBezTo>
                  <a:cubicBezTo>
                    <a:pt x="821593" y="12433"/>
                    <a:pt x="1058967" y="12721"/>
                    <a:pt x="1353982" y="0"/>
                  </a:cubicBezTo>
                  <a:cubicBezTo>
                    <a:pt x="1648997" y="-12721"/>
                    <a:pt x="1777482" y="20038"/>
                    <a:pt x="1963273" y="0"/>
                  </a:cubicBezTo>
                  <a:cubicBezTo>
                    <a:pt x="2149064" y="-20038"/>
                    <a:pt x="2383940" y="8341"/>
                    <a:pt x="2606415" y="0"/>
                  </a:cubicBezTo>
                  <a:cubicBezTo>
                    <a:pt x="2828890" y="-8341"/>
                    <a:pt x="3066679" y="23461"/>
                    <a:pt x="3384954" y="0"/>
                  </a:cubicBezTo>
                  <a:cubicBezTo>
                    <a:pt x="3353133" y="305052"/>
                    <a:pt x="3377816" y="480535"/>
                    <a:pt x="3384954" y="706368"/>
                  </a:cubicBezTo>
                  <a:cubicBezTo>
                    <a:pt x="3392092" y="932201"/>
                    <a:pt x="3382584" y="1080450"/>
                    <a:pt x="3384954" y="1412736"/>
                  </a:cubicBezTo>
                  <a:cubicBezTo>
                    <a:pt x="3387324" y="1745022"/>
                    <a:pt x="3412325" y="1891468"/>
                    <a:pt x="3384954" y="2085467"/>
                  </a:cubicBezTo>
                  <a:cubicBezTo>
                    <a:pt x="3357583" y="2279466"/>
                    <a:pt x="3381877" y="3086042"/>
                    <a:pt x="3384954" y="3363656"/>
                  </a:cubicBezTo>
                  <a:cubicBezTo>
                    <a:pt x="3186476" y="3364622"/>
                    <a:pt x="3046138" y="3381792"/>
                    <a:pt x="2775662" y="3363656"/>
                  </a:cubicBezTo>
                  <a:cubicBezTo>
                    <a:pt x="2505186" y="3345520"/>
                    <a:pt x="2340376" y="3370687"/>
                    <a:pt x="2200220" y="3363656"/>
                  </a:cubicBezTo>
                  <a:cubicBezTo>
                    <a:pt x="2060064" y="3356625"/>
                    <a:pt x="1697778" y="3354394"/>
                    <a:pt x="1455530" y="3363656"/>
                  </a:cubicBezTo>
                  <a:cubicBezTo>
                    <a:pt x="1213282" y="3372919"/>
                    <a:pt x="1121291" y="3384855"/>
                    <a:pt x="812389" y="3363656"/>
                  </a:cubicBezTo>
                  <a:cubicBezTo>
                    <a:pt x="503487" y="3342457"/>
                    <a:pt x="241459" y="3337614"/>
                    <a:pt x="0" y="3363656"/>
                  </a:cubicBezTo>
                  <a:cubicBezTo>
                    <a:pt x="1690" y="3089209"/>
                    <a:pt x="-15349" y="2994429"/>
                    <a:pt x="0" y="2690925"/>
                  </a:cubicBezTo>
                  <a:cubicBezTo>
                    <a:pt x="15349" y="2387421"/>
                    <a:pt x="-3542" y="2231001"/>
                    <a:pt x="0" y="1984557"/>
                  </a:cubicBezTo>
                  <a:cubicBezTo>
                    <a:pt x="3542" y="1738113"/>
                    <a:pt x="-11733" y="1439106"/>
                    <a:pt x="0" y="1244553"/>
                  </a:cubicBezTo>
                  <a:cubicBezTo>
                    <a:pt x="11733" y="1050000"/>
                    <a:pt x="939" y="735773"/>
                    <a:pt x="0" y="605458"/>
                  </a:cubicBezTo>
                  <a:cubicBezTo>
                    <a:pt x="-939" y="475143"/>
                    <a:pt x="-5121" y="143687"/>
                    <a:pt x="0" y="0"/>
                  </a:cubicBezTo>
                  <a:close/>
                </a:path>
                <a:path w="3384954" h="3363656" stroke="0" extrusionOk="0">
                  <a:moveTo>
                    <a:pt x="0" y="0"/>
                  </a:moveTo>
                  <a:cubicBezTo>
                    <a:pt x="168906" y="-6732"/>
                    <a:pt x="412955" y="-10727"/>
                    <a:pt x="609292" y="0"/>
                  </a:cubicBezTo>
                  <a:cubicBezTo>
                    <a:pt x="805629" y="10727"/>
                    <a:pt x="1045943" y="30518"/>
                    <a:pt x="1286283" y="0"/>
                  </a:cubicBezTo>
                  <a:cubicBezTo>
                    <a:pt x="1526623" y="-30518"/>
                    <a:pt x="1626822" y="910"/>
                    <a:pt x="1895574" y="0"/>
                  </a:cubicBezTo>
                  <a:cubicBezTo>
                    <a:pt x="2164326" y="-910"/>
                    <a:pt x="2295573" y="-36947"/>
                    <a:pt x="2640264" y="0"/>
                  </a:cubicBezTo>
                  <a:cubicBezTo>
                    <a:pt x="2984955" y="36947"/>
                    <a:pt x="3140067" y="27495"/>
                    <a:pt x="3384954" y="0"/>
                  </a:cubicBezTo>
                  <a:cubicBezTo>
                    <a:pt x="3367143" y="334169"/>
                    <a:pt x="3370078" y="432134"/>
                    <a:pt x="3384954" y="706368"/>
                  </a:cubicBezTo>
                  <a:cubicBezTo>
                    <a:pt x="3399830" y="980602"/>
                    <a:pt x="3367101" y="1010554"/>
                    <a:pt x="3384954" y="1311826"/>
                  </a:cubicBezTo>
                  <a:cubicBezTo>
                    <a:pt x="3402807" y="1613098"/>
                    <a:pt x="3403302" y="1732845"/>
                    <a:pt x="3384954" y="2051830"/>
                  </a:cubicBezTo>
                  <a:cubicBezTo>
                    <a:pt x="3366606" y="2370815"/>
                    <a:pt x="3363419" y="2407019"/>
                    <a:pt x="3384954" y="2724561"/>
                  </a:cubicBezTo>
                  <a:cubicBezTo>
                    <a:pt x="3406489" y="3042103"/>
                    <a:pt x="3407075" y="3140719"/>
                    <a:pt x="3384954" y="3363656"/>
                  </a:cubicBezTo>
                  <a:cubicBezTo>
                    <a:pt x="3150841" y="3343928"/>
                    <a:pt x="2925597" y="3358066"/>
                    <a:pt x="2640264" y="3363656"/>
                  </a:cubicBezTo>
                  <a:cubicBezTo>
                    <a:pt x="2354931" y="3369247"/>
                    <a:pt x="2347742" y="3337445"/>
                    <a:pt x="2064822" y="3363656"/>
                  </a:cubicBezTo>
                  <a:cubicBezTo>
                    <a:pt x="1781902" y="3389867"/>
                    <a:pt x="1630978" y="3330946"/>
                    <a:pt x="1387831" y="3363656"/>
                  </a:cubicBezTo>
                  <a:cubicBezTo>
                    <a:pt x="1144684" y="3396366"/>
                    <a:pt x="985420" y="3346393"/>
                    <a:pt x="812389" y="3363656"/>
                  </a:cubicBezTo>
                  <a:cubicBezTo>
                    <a:pt x="639358" y="3380919"/>
                    <a:pt x="337486" y="3360895"/>
                    <a:pt x="0" y="3363656"/>
                  </a:cubicBezTo>
                  <a:cubicBezTo>
                    <a:pt x="-19903" y="3139495"/>
                    <a:pt x="-4816" y="2903802"/>
                    <a:pt x="0" y="2690925"/>
                  </a:cubicBezTo>
                  <a:cubicBezTo>
                    <a:pt x="4816" y="2478048"/>
                    <a:pt x="-8466" y="2278088"/>
                    <a:pt x="0" y="2085467"/>
                  </a:cubicBezTo>
                  <a:cubicBezTo>
                    <a:pt x="8466" y="1892846"/>
                    <a:pt x="-33520" y="1651699"/>
                    <a:pt x="0" y="1379099"/>
                  </a:cubicBezTo>
                  <a:cubicBezTo>
                    <a:pt x="33520" y="1106499"/>
                    <a:pt x="27584" y="965415"/>
                    <a:pt x="0" y="740004"/>
                  </a:cubicBezTo>
                  <a:cubicBezTo>
                    <a:pt x="-27584" y="514593"/>
                    <a:pt x="-9763" y="224323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3925241700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88000" bIns="1188000" rtlCol="0" anchor="ctr"/>
            <a:lstStyle/>
            <a:p>
              <a:pPr algn="r"/>
              <a:endParaRPr lang="en-CA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83A9365-74C1-7D1F-7E02-7B44F26968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8681" y="4032983"/>
              <a:ext cx="13690" cy="19069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D808F15C-9240-54F0-73D9-BFF033F0F23B}"/>
                </a:ext>
              </a:extLst>
            </p:cNvPr>
            <p:cNvSpPr/>
            <p:nvPr/>
          </p:nvSpPr>
          <p:spPr>
            <a:xfrm>
              <a:off x="8742001" y="2476664"/>
              <a:ext cx="1891097" cy="2417067"/>
            </a:xfrm>
            <a:prstGeom prst="roundRect">
              <a:avLst>
                <a:gd name="adj" fmla="val 11144"/>
              </a:avLst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0" bIns="0" rtlCol="0" anchor="t"/>
            <a:lstStyle/>
            <a:p>
              <a:pPr algn="ctr"/>
              <a:r>
                <a:rPr lang="en-CA" sz="1400" b="1" dirty="0">
                  <a:solidFill>
                    <a:schemeClr val="accent1">
                      <a:lumMod val="75000"/>
                    </a:schemeClr>
                  </a:solidFill>
                </a:rPr>
                <a:t>Capacity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5763C06-9338-55F1-9E6C-810961165607}"/>
                </a:ext>
              </a:extLst>
            </p:cNvPr>
            <p:cNvSpPr/>
            <p:nvPr/>
          </p:nvSpPr>
          <p:spPr>
            <a:xfrm>
              <a:off x="8283095" y="2808280"/>
              <a:ext cx="1891097" cy="2417067"/>
            </a:xfrm>
            <a:prstGeom prst="roundRect">
              <a:avLst>
                <a:gd name="adj" fmla="val 11144"/>
              </a:avLst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0" bIns="0" rtlCol="0" anchor="t"/>
            <a:lstStyle/>
            <a:p>
              <a:pPr algn="ctr"/>
              <a:r>
                <a:rPr lang="en-CA" sz="1400" b="1" dirty="0">
                  <a:solidFill>
                    <a:schemeClr val="accent1">
                      <a:lumMod val="75000"/>
                    </a:schemeClr>
                  </a:solidFill>
                </a:rPr>
                <a:t>Capacity</a:t>
              </a:r>
            </a:p>
          </p:txBody>
        </p:sp>
        <p:sp>
          <p:nvSpPr>
            <p:cNvPr id="12" name="Flowchart: Terminator 11">
              <a:extLst>
                <a:ext uri="{FF2B5EF4-FFF2-40B4-BE49-F238E27FC236}">
                  <a16:creationId xmlns:a16="http://schemas.microsoft.com/office/drawing/2014/main" id="{5C181E14-242E-3ABC-CC4C-EB43E9AA238F}"/>
                </a:ext>
              </a:extLst>
            </p:cNvPr>
            <p:cNvSpPr/>
            <p:nvPr/>
          </p:nvSpPr>
          <p:spPr>
            <a:xfrm>
              <a:off x="8013216" y="4163355"/>
              <a:ext cx="3066231" cy="924317"/>
            </a:xfrm>
            <a:prstGeom prst="flowChartTerminator">
              <a:avLst/>
            </a:prstGeom>
            <a:solidFill>
              <a:schemeClr val="bg1">
                <a:lumMod val="85000"/>
                <a:alpha val="77000"/>
              </a:schemeClr>
            </a:solidFill>
            <a:ln w="28575">
              <a:solidFill>
                <a:schemeClr val="accent1"/>
              </a:solidFill>
              <a:prstDash val="sysDash"/>
              <a:extLst>
                <a:ext uri="{C807C97D-BFC1-408E-A445-0C87EB9F89A2}">
                  <ask:lineSketchStyleProps xmlns:ask="http://schemas.microsoft.com/office/drawing/2018/sketchyshapes" sd="2997462627">
                    <a:custGeom>
                      <a:avLst/>
                      <a:gdLst>
                        <a:gd name="connsiteX0" fmla="*/ 478082 w 2971681"/>
                        <a:gd name="connsiteY0" fmla="*/ 0 h 1179872"/>
                        <a:gd name="connsiteX1" fmla="*/ 981961 w 2971681"/>
                        <a:gd name="connsiteY1" fmla="*/ 0 h 1179872"/>
                        <a:gd name="connsiteX2" fmla="*/ 1445530 w 2971681"/>
                        <a:gd name="connsiteY2" fmla="*/ 0 h 1179872"/>
                        <a:gd name="connsiteX3" fmla="*/ 1989719 w 2971681"/>
                        <a:gd name="connsiteY3" fmla="*/ 0 h 1179872"/>
                        <a:gd name="connsiteX4" fmla="*/ 2493598 w 2971681"/>
                        <a:gd name="connsiteY4" fmla="*/ 0 h 1179872"/>
                        <a:gd name="connsiteX5" fmla="*/ 2971681 w 2971681"/>
                        <a:gd name="connsiteY5" fmla="*/ 589936 h 1179872"/>
                        <a:gd name="connsiteX6" fmla="*/ 2493598 w 2971681"/>
                        <a:gd name="connsiteY6" fmla="*/ 1179872 h 1179872"/>
                        <a:gd name="connsiteX7" fmla="*/ 1969564 w 2971681"/>
                        <a:gd name="connsiteY7" fmla="*/ 1179872 h 1179872"/>
                        <a:gd name="connsiteX8" fmla="*/ 1485840 w 2971681"/>
                        <a:gd name="connsiteY8" fmla="*/ 1179872 h 1179872"/>
                        <a:gd name="connsiteX9" fmla="*/ 941651 w 2971681"/>
                        <a:gd name="connsiteY9" fmla="*/ 1179872 h 1179872"/>
                        <a:gd name="connsiteX10" fmla="*/ 478082 w 2971681"/>
                        <a:gd name="connsiteY10" fmla="*/ 1179872 h 1179872"/>
                        <a:gd name="connsiteX11" fmla="*/ 0 w 2971681"/>
                        <a:gd name="connsiteY11" fmla="*/ 589936 h 1179872"/>
                        <a:gd name="connsiteX12" fmla="*/ 478082 w 2971681"/>
                        <a:gd name="connsiteY12" fmla="*/ 0 h 11798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2971681" h="1179872" fill="none" extrusionOk="0">
                          <a:moveTo>
                            <a:pt x="478082" y="0"/>
                          </a:moveTo>
                          <a:cubicBezTo>
                            <a:pt x="592474" y="-20124"/>
                            <a:pt x="836120" y="58944"/>
                            <a:pt x="981961" y="0"/>
                          </a:cubicBezTo>
                          <a:cubicBezTo>
                            <a:pt x="1127802" y="-58944"/>
                            <a:pt x="1334832" y="14417"/>
                            <a:pt x="1445530" y="0"/>
                          </a:cubicBezTo>
                          <a:cubicBezTo>
                            <a:pt x="1556228" y="-14417"/>
                            <a:pt x="1844780" y="22376"/>
                            <a:pt x="1989719" y="0"/>
                          </a:cubicBezTo>
                          <a:cubicBezTo>
                            <a:pt x="2134658" y="-22376"/>
                            <a:pt x="2323400" y="48335"/>
                            <a:pt x="2493598" y="0"/>
                          </a:cubicBezTo>
                          <a:cubicBezTo>
                            <a:pt x="2816773" y="-30636"/>
                            <a:pt x="3009434" y="327311"/>
                            <a:pt x="2971681" y="589936"/>
                          </a:cubicBezTo>
                          <a:cubicBezTo>
                            <a:pt x="2895169" y="927090"/>
                            <a:pt x="2782963" y="1178532"/>
                            <a:pt x="2493598" y="1179872"/>
                          </a:cubicBezTo>
                          <a:cubicBezTo>
                            <a:pt x="2245888" y="1199083"/>
                            <a:pt x="2120001" y="1120352"/>
                            <a:pt x="1969564" y="1179872"/>
                          </a:cubicBezTo>
                          <a:cubicBezTo>
                            <a:pt x="1819127" y="1239392"/>
                            <a:pt x="1710637" y="1151926"/>
                            <a:pt x="1485840" y="1179872"/>
                          </a:cubicBezTo>
                          <a:cubicBezTo>
                            <a:pt x="1261043" y="1207818"/>
                            <a:pt x="1070294" y="1144447"/>
                            <a:pt x="941651" y="1179872"/>
                          </a:cubicBezTo>
                          <a:cubicBezTo>
                            <a:pt x="813008" y="1215297"/>
                            <a:pt x="581731" y="1153132"/>
                            <a:pt x="478082" y="1179872"/>
                          </a:cubicBezTo>
                          <a:cubicBezTo>
                            <a:pt x="237662" y="1166882"/>
                            <a:pt x="91731" y="924391"/>
                            <a:pt x="0" y="589936"/>
                          </a:cubicBezTo>
                          <a:cubicBezTo>
                            <a:pt x="-4643" y="340154"/>
                            <a:pt x="247663" y="-340"/>
                            <a:pt x="478082" y="0"/>
                          </a:cubicBezTo>
                          <a:close/>
                        </a:path>
                        <a:path w="2971681" h="1179872" stroke="0" extrusionOk="0">
                          <a:moveTo>
                            <a:pt x="478082" y="0"/>
                          </a:moveTo>
                          <a:cubicBezTo>
                            <a:pt x="726897" y="-34819"/>
                            <a:pt x="786975" y="37490"/>
                            <a:pt x="981961" y="0"/>
                          </a:cubicBezTo>
                          <a:cubicBezTo>
                            <a:pt x="1176947" y="-37490"/>
                            <a:pt x="1406131" y="59378"/>
                            <a:pt x="1526150" y="0"/>
                          </a:cubicBezTo>
                          <a:cubicBezTo>
                            <a:pt x="1646169" y="-59378"/>
                            <a:pt x="1933084" y="10975"/>
                            <a:pt x="2050184" y="0"/>
                          </a:cubicBezTo>
                          <a:cubicBezTo>
                            <a:pt x="2167284" y="-10975"/>
                            <a:pt x="2299245" y="46206"/>
                            <a:pt x="2493598" y="0"/>
                          </a:cubicBezTo>
                          <a:cubicBezTo>
                            <a:pt x="2746054" y="90197"/>
                            <a:pt x="2999563" y="236481"/>
                            <a:pt x="2971681" y="589936"/>
                          </a:cubicBezTo>
                          <a:cubicBezTo>
                            <a:pt x="2913875" y="958632"/>
                            <a:pt x="2762873" y="1183942"/>
                            <a:pt x="2493598" y="1179872"/>
                          </a:cubicBezTo>
                          <a:cubicBezTo>
                            <a:pt x="2348029" y="1225324"/>
                            <a:pt x="2145915" y="1122433"/>
                            <a:pt x="1949409" y="1179872"/>
                          </a:cubicBezTo>
                          <a:cubicBezTo>
                            <a:pt x="1752903" y="1237311"/>
                            <a:pt x="1610360" y="1166964"/>
                            <a:pt x="1445530" y="1179872"/>
                          </a:cubicBezTo>
                          <a:cubicBezTo>
                            <a:pt x="1280700" y="1192780"/>
                            <a:pt x="1130840" y="1160940"/>
                            <a:pt x="941651" y="1179872"/>
                          </a:cubicBezTo>
                          <a:cubicBezTo>
                            <a:pt x="752462" y="1198804"/>
                            <a:pt x="638511" y="1156648"/>
                            <a:pt x="478082" y="1179872"/>
                          </a:cubicBezTo>
                          <a:cubicBezTo>
                            <a:pt x="226756" y="1153898"/>
                            <a:pt x="-6222" y="937547"/>
                            <a:pt x="0" y="589936"/>
                          </a:cubicBezTo>
                          <a:cubicBezTo>
                            <a:pt x="-14222" y="202489"/>
                            <a:pt x="176352" y="-8069"/>
                            <a:pt x="478082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24000" tIns="0" rIns="72000" bIns="0" rtlCol="0" anchor="ctr"/>
            <a:lstStyle/>
            <a:p>
              <a:pPr algn="r"/>
              <a:r>
                <a:rPr lang="en-CA" sz="1200" b="1" dirty="0">
                  <a:solidFill>
                    <a:schemeClr val="tx1"/>
                  </a:solidFill>
                </a:rPr>
                <a:t>Domain</a:t>
              </a:r>
            </a:p>
            <a:p>
              <a:pPr algn="r"/>
              <a:r>
                <a:rPr lang="en-CA" sz="1200" b="1" dirty="0">
                  <a:solidFill>
                    <a:schemeClr val="tx1"/>
                  </a:solidFill>
                </a:rPr>
                <a:t>Client Y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F7759B1-BC12-BBB0-5540-FFB40B3EEFF7}"/>
                </a:ext>
              </a:extLst>
            </p:cNvPr>
            <p:cNvGrpSpPr/>
            <p:nvPr/>
          </p:nvGrpSpPr>
          <p:grpSpPr>
            <a:xfrm>
              <a:off x="8731424" y="4241760"/>
              <a:ext cx="1147870" cy="746535"/>
              <a:chOff x="8438083" y="3504958"/>
              <a:chExt cx="1145469" cy="962875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43022B58-15A0-443C-2724-FDC6639198FF}"/>
                  </a:ext>
                </a:extLst>
              </p:cNvPr>
              <p:cNvSpPr/>
              <p:nvPr/>
            </p:nvSpPr>
            <p:spPr>
              <a:xfrm>
                <a:off x="8438083" y="3504958"/>
                <a:ext cx="1145469" cy="962875"/>
              </a:xfrm>
              <a:prstGeom prst="roundRect">
                <a:avLst>
                  <a:gd name="adj" fmla="val 4355"/>
                </a:avLst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CA" sz="1050" b="1" dirty="0">
                    <a:solidFill>
                      <a:schemeClr val="tx1"/>
                    </a:solidFill>
                  </a:rPr>
                  <a:t>Workspace(s)</a:t>
                </a:r>
              </a:p>
            </p:txBody>
          </p:sp>
          <p:pic>
            <p:nvPicPr>
              <p:cNvPr id="30" name="Picture 6" descr="All Microsoft Fabric icons for diagramming - Sam Debruyn">
                <a:extLst>
                  <a:ext uri="{FF2B5EF4-FFF2-40B4-BE49-F238E27FC236}">
                    <a16:creationId xmlns:a16="http://schemas.microsoft.com/office/drawing/2014/main" id="{B089E570-6841-8CFC-BD80-9DB622A716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53489" y="3780946"/>
                <a:ext cx="223246" cy="2302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162FAA6-13D9-209F-DF95-325886B8002E}"/>
                  </a:ext>
                </a:extLst>
              </p:cNvPr>
              <p:cNvSpPr/>
              <p:nvPr/>
            </p:nvSpPr>
            <p:spPr>
              <a:xfrm>
                <a:off x="8800319" y="3794585"/>
                <a:ext cx="608428" cy="210715"/>
              </a:xfrm>
              <a:custGeom>
                <a:avLst/>
                <a:gdLst>
                  <a:gd name="connsiteX0" fmla="*/ 0 w 1550487"/>
                  <a:gd name="connsiteY0" fmla="*/ 0 h 496155"/>
                  <a:gd name="connsiteX1" fmla="*/ 1550487 w 1550487"/>
                  <a:gd name="connsiteY1" fmla="*/ 0 h 496155"/>
                  <a:gd name="connsiteX2" fmla="*/ 1550487 w 1550487"/>
                  <a:gd name="connsiteY2" fmla="*/ 496155 h 496155"/>
                  <a:gd name="connsiteX3" fmla="*/ 0 w 1550487"/>
                  <a:gd name="connsiteY3" fmla="*/ 496155 h 496155"/>
                  <a:gd name="connsiteX4" fmla="*/ 0 w 1550487"/>
                  <a:gd name="connsiteY4" fmla="*/ 0 h 49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0487" h="496155">
                    <a:moveTo>
                      <a:pt x="0" y="0"/>
                    </a:moveTo>
                    <a:lnTo>
                      <a:pt x="1550487" y="0"/>
                    </a:lnTo>
                    <a:lnTo>
                      <a:pt x="1550487" y="496155"/>
                    </a:lnTo>
                    <a:lnTo>
                      <a:pt x="0" y="49615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sp3d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795" tIns="10795" rIns="10795" bIns="10795" numCol="1" spcCol="1270" anchor="ctr" anchorCtr="0">
                <a:noAutofit/>
              </a:bodyPr>
              <a:lstStyle/>
              <a:p>
                <a:pPr marL="0" lvl="0" indent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CA" sz="1000" kern="1200" dirty="0" err="1"/>
                  <a:t>lakehouse</a:t>
                </a:r>
                <a:endParaRPr lang="en-CA" sz="1000" kern="1200" dirty="0"/>
              </a:p>
            </p:txBody>
          </p:sp>
          <p:pic>
            <p:nvPicPr>
              <p:cNvPr id="32" name="Picture 8" descr="All Microsoft Fabric icons for diagramming - Sam Debruyn">
                <a:extLst>
                  <a:ext uri="{FF2B5EF4-FFF2-40B4-BE49-F238E27FC236}">
                    <a16:creationId xmlns:a16="http://schemas.microsoft.com/office/drawing/2014/main" id="{05F079DE-59AD-E6A7-0961-8F0A9653AA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73622" y="3995593"/>
                <a:ext cx="203113" cy="23965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C27233-7DB6-3697-2093-C12106389E4B}"/>
                  </a:ext>
                </a:extLst>
              </p:cNvPr>
              <p:cNvSpPr/>
              <p:nvPr/>
            </p:nvSpPr>
            <p:spPr>
              <a:xfrm>
                <a:off x="8831414" y="4043357"/>
                <a:ext cx="608428" cy="210715"/>
              </a:xfrm>
              <a:custGeom>
                <a:avLst/>
                <a:gdLst>
                  <a:gd name="connsiteX0" fmla="*/ 0 w 1550487"/>
                  <a:gd name="connsiteY0" fmla="*/ 0 h 496155"/>
                  <a:gd name="connsiteX1" fmla="*/ 1550487 w 1550487"/>
                  <a:gd name="connsiteY1" fmla="*/ 0 h 496155"/>
                  <a:gd name="connsiteX2" fmla="*/ 1550487 w 1550487"/>
                  <a:gd name="connsiteY2" fmla="*/ 496155 h 496155"/>
                  <a:gd name="connsiteX3" fmla="*/ 0 w 1550487"/>
                  <a:gd name="connsiteY3" fmla="*/ 496155 h 496155"/>
                  <a:gd name="connsiteX4" fmla="*/ 0 w 1550487"/>
                  <a:gd name="connsiteY4" fmla="*/ 0 h 49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0487" h="496155">
                    <a:moveTo>
                      <a:pt x="0" y="0"/>
                    </a:moveTo>
                    <a:lnTo>
                      <a:pt x="1550487" y="0"/>
                    </a:lnTo>
                    <a:lnTo>
                      <a:pt x="1550487" y="496155"/>
                    </a:lnTo>
                    <a:lnTo>
                      <a:pt x="0" y="49615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sp3d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795" tIns="10795" rIns="10795" bIns="10795" numCol="1" spcCol="1270" anchor="ctr" anchorCtr="0">
                <a:noAutofit/>
              </a:bodyPr>
              <a:lstStyle/>
              <a:p>
                <a:pPr marL="0" lvl="0" indent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CA" sz="1000" kern="1200" dirty="0"/>
                  <a:t>warehouse</a:t>
                </a:r>
              </a:p>
            </p:txBody>
          </p:sp>
          <p:pic>
            <p:nvPicPr>
              <p:cNvPr id="34" name="Picture 10" descr="KQL Database">
                <a:extLst>
                  <a:ext uri="{FF2B5EF4-FFF2-40B4-BE49-F238E27FC236}">
                    <a16:creationId xmlns:a16="http://schemas.microsoft.com/office/drawing/2014/main" id="{CD59940C-EEEF-2126-1784-F65FEB56BF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74198" y="4229474"/>
                <a:ext cx="210715" cy="2107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FB3771FF-9849-DDD8-F8A0-E48B524A175F}"/>
                  </a:ext>
                </a:extLst>
              </p:cNvPr>
              <p:cNvSpPr/>
              <p:nvPr/>
            </p:nvSpPr>
            <p:spPr>
              <a:xfrm>
                <a:off x="8793314" y="4257118"/>
                <a:ext cx="713770" cy="210715"/>
              </a:xfrm>
              <a:custGeom>
                <a:avLst/>
                <a:gdLst>
                  <a:gd name="connsiteX0" fmla="*/ 0 w 1550487"/>
                  <a:gd name="connsiteY0" fmla="*/ 0 h 496155"/>
                  <a:gd name="connsiteX1" fmla="*/ 1550487 w 1550487"/>
                  <a:gd name="connsiteY1" fmla="*/ 0 h 496155"/>
                  <a:gd name="connsiteX2" fmla="*/ 1550487 w 1550487"/>
                  <a:gd name="connsiteY2" fmla="*/ 496155 h 496155"/>
                  <a:gd name="connsiteX3" fmla="*/ 0 w 1550487"/>
                  <a:gd name="connsiteY3" fmla="*/ 496155 h 496155"/>
                  <a:gd name="connsiteX4" fmla="*/ 0 w 1550487"/>
                  <a:gd name="connsiteY4" fmla="*/ 0 h 49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0487" h="496155">
                    <a:moveTo>
                      <a:pt x="0" y="0"/>
                    </a:moveTo>
                    <a:lnTo>
                      <a:pt x="1550487" y="0"/>
                    </a:lnTo>
                    <a:lnTo>
                      <a:pt x="1550487" y="496155"/>
                    </a:lnTo>
                    <a:lnTo>
                      <a:pt x="0" y="49615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sp3d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795" tIns="10795" rIns="10795" bIns="10795" numCol="1" spcCol="1270" anchor="ctr" anchorCtr="0">
                <a:noAutofit/>
              </a:bodyPr>
              <a:lstStyle/>
              <a:p>
                <a:pPr marL="0" lvl="0" indent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CA" sz="1000" dirty="0" err="1"/>
                  <a:t>event</a:t>
                </a:r>
                <a:r>
                  <a:rPr lang="en-CA" sz="1000" kern="1200" dirty="0" err="1"/>
                  <a:t>house</a:t>
                </a:r>
                <a:endParaRPr lang="en-CA" sz="1000" kern="1200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0DBDCBB-07B6-3BE6-D23B-D40C1C47E7D8}"/>
                </a:ext>
              </a:extLst>
            </p:cNvPr>
            <p:cNvGrpSpPr/>
            <p:nvPr/>
          </p:nvGrpSpPr>
          <p:grpSpPr>
            <a:xfrm>
              <a:off x="8668463" y="2037668"/>
              <a:ext cx="1505729" cy="325776"/>
              <a:chOff x="4833164" y="1160468"/>
              <a:chExt cx="1835005" cy="496154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52C7F271-E5E0-CFBE-7891-209E4EF9604B}"/>
                  </a:ext>
                </a:extLst>
              </p:cNvPr>
              <p:cNvSpPr/>
              <p:nvPr/>
            </p:nvSpPr>
            <p:spPr>
              <a:xfrm>
                <a:off x="4833164" y="1160468"/>
                <a:ext cx="1550490" cy="496154"/>
              </a:xfrm>
              <a:custGeom>
                <a:avLst/>
                <a:gdLst>
                  <a:gd name="connsiteX0" fmla="*/ 0 w 1550487"/>
                  <a:gd name="connsiteY0" fmla="*/ 0 h 496155"/>
                  <a:gd name="connsiteX1" fmla="*/ 1550487 w 1550487"/>
                  <a:gd name="connsiteY1" fmla="*/ 0 h 496155"/>
                  <a:gd name="connsiteX2" fmla="*/ 1550487 w 1550487"/>
                  <a:gd name="connsiteY2" fmla="*/ 496155 h 496155"/>
                  <a:gd name="connsiteX3" fmla="*/ 0 w 1550487"/>
                  <a:gd name="connsiteY3" fmla="*/ 496155 h 496155"/>
                  <a:gd name="connsiteX4" fmla="*/ 0 w 1550487"/>
                  <a:gd name="connsiteY4" fmla="*/ 0 h 49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0487" h="496155">
                    <a:moveTo>
                      <a:pt x="0" y="0"/>
                    </a:moveTo>
                    <a:lnTo>
                      <a:pt x="1550487" y="0"/>
                    </a:lnTo>
                    <a:lnTo>
                      <a:pt x="1550487" y="496155"/>
                    </a:lnTo>
                    <a:lnTo>
                      <a:pt x="0" y="49615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sp3d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795" tIns="10795" rIns="10795" bIns="10795" numCol="1" spcCol="1270" anchor="ctr" anchorCtr="0">
                <a:noAutofit/>
              </a:bodyPr>
              <a:lstStyle/>
              <a:p>
                <a:pPr marL="0" lvl="0" indent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CA" sz="1600" b="1" kern="1200" dirty="0"/>
                  <a:t>Fabric Tenant</a:t>
                </a:r>
              </a:p>
            </p:txBody>
          </p:sp>
          <p:pic>
            <p:nvPicPr>
              <p:cNvPr id="28" name="Picture 22">
                <a:extLst>
                  <a:ext uri="{FF2B5EF4-FFF2-40B4-BE49-F238E27FC236}">
                    <a16:creationId xmlns:a16="http://schemas.microsoft.com/office/drawing/2014/main" id="{4270797C-37EC-C55F-7CA7-5514456EDE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6442314" y="1209552"/>
                <a:ext cx="225855" cy="372422"/>
              </a:xfrm>
              <a:prstGeom prst="rect">
                <a:avLst/>
              </a:prstGeom>
            </p:spPr>
          </p:pic>
        </p:grpSp>
        <p:sp>
          <p:nvSpPr>
            <p:cNvPr id="15" name="Flowchart: Terminator 14">
              <a:extLst>
                <a:ext uri="{FF2B5EF4-FFF2-40B4-BE49-F238E27FC236}">
                  <a16:creationId xmlns:a16="http://schemas.microsoft.com/office/drawing/2014/main" id="{8EBC3128-225A-2ABB-3804-ED0D4B64F802}"/>
                </a:ext>
              </a:extLst>
            </p:cNvPr>
            <p:cNvSpPr/>
            <p:nvPr/>
          </p:nvSpPr>
          <p:spPr>
            <a:xfrm>
              <a:off x="7902804" y="3155838"/>
              <a:ext cx="3176643" cy="924317"/>
            </a:xfrm>
            <a:prstGeom prst="flowChartTerminator">
              <a:avLst/>
            </a:prstGeom>
            <a:solidFill>
              <a:schemeClr val="bg1">
                <a:lumMod val="85000"/>
                <a:alpha val="77000"/>
              </a:schemeClr>
            </a:solidFill>
            <a:ln w="28575">
              <a:solidFill>
                <a:schemeClr val="accent1"/>
              </a:solidFill>
              <a:prstDash val="sysDash"/>
              <a:extLst>
                <a:ext uri="{C807C97D-BFC1-408E-A445-0C87EB9F89A2}">
                  <ask:lineSketchStyleProps xmlns:ask="http://schemas.microsoft.com/office/drawing/2018/sketchyshapes" sd="2997462627">
                    <a:custGeom>
                      <a:avLst/>
                      <a:gdLst>
                        <a:gd name="connsiteX0" fmla="*/ 478082 w 2971681"/>
                        <a:gd name="connsiteY0" fmla="*/ 0 h 1179872"/>
                        <a:gd name="connsiteX1" fmla="*/ 981961 w 2971681"/>
                        <a:gd name="connsiteY1" fmla="*/ 0 h 1179872"/>
                        <a:gd name="connsiteX2" fmla="*/ 1445530 w 2971681"/>
                        <a:gd name="connsiteY2" fmla="*/ 0 h 1179872"/>
                        <a:gd name="connsiteX3" fmla="*/ 1989719 w 2971681"/>
                        <a:gd name="connsiteY3" fmla="*/ 0 h 1179872"/>
                        <a:gd name="connsiteX4" fmla="*/ 2493598 w 2971681"/>
                        <a:gd name="connsiteY4" fmla="*/ 0 h 1179872"/>
                        <a:gd name="connsiteX5" fmla="*/ 2971681 w 2971681"/>
                        <a:gd name="connsiteY5" fmla="*/ 589936 h 1179872"/>
                        <a:gd name="connsiteX6" fmla="*/ 2493598 w 2971681"/>
                        <a:gd name="connsiteY6" fmla="*/ 1179872 h 1179872"/>
                        <a:gd name="connsiteX7" fmla="*/ 1969564 w 2971681"/>
                        <a:gd name="connsiteY7" fmla="*/ 1179872 h 1179872"/>
                        <a:gd name="connsiteX8" fmla="*/ 1485840 w 2971681"/>
                        <a:gd name="connsiteY8" fmla="*/ 1179872 h 1179872"/>
                        <a:gd name="connsiteX9" fmla="*/ 941651 w 2971681"/>
                        <a:gd name="connsiteY9" fmla="*/ 1179872 h 1179872"/>
                        <a:gd name="connsiteX10" fmla="*/ 478082 w 2971681"/>
                        <a:gd name="connsiteY10" fmla="*/ 1179872 h 1179872"/>
                        <a:gd name="connsiteX11" fmla="*/ 0 w 2971681"/>
                        <a:gd name="connsiteY11" fmla="*/ 589936 h 1179872"/>
                        <a:gd name="connsiteX12" fmla="*/ 478082 w 2971681"/>
                        <a:gd name="connsiteY12" fmla="*/ 0 h 11798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2971681" h="1179872" fill="none" extrusionOk="0">
                          <a:moveTo>
                            <a:pt x="478082" y="0"/>
                          </a:moveTo>
                          <a:cubicBezTo>
                            <a:pt x="592474" y="-20124"/>
                            <a:pt x="836120" y="58944"/>
                            <a:pt x="981961" y="0"/>
                          </a:cubicBezTo>
                          <a:cubicBezTo>
                            <a:pt x="1127802" y="-58944"/>
                            <a:pt x="1334832" y="14417"/>
                            <a:pt x="1445530" y="0"/>
                          </a:cubicBezTo>
                          <a:cubicBezTo>
                            <a:pt x="1556228" y="-14417"/>
                            <a:pt x="1844780" y="22376"/>
                            <a:pt x="1989719" y="0"/>
                          </a:cubicBezTo>
                          <a:cubicBezTo>
                            <a:pt x="2134658" y="-22376"/>
                            <a:pt x="2323400" y="48335"/>
                            <a:pt x="2493598" y="0"/>
                          </a:cubicBezTo>
                          <a:cubicBezTo>
                            <a:pt x="2816773" y="-30636"/>
                            <a:pt x="3009434" y="327311"/>
                            <a:pt x="2971681" y="589936"/>
                          </a:cubicBezTo>
                          <a:cubicBezTo>
                            <a:pt x="2895169" y="927090"/>
                            <a:pt x="2782963" y="1178532"/>
                            <a:pt x="2493598" y="1179872"/>
                          </a:cubicBezTo>
                          <a:cubicBezTo>
                            <a:pt x="2245888" y="1199083"/>
                            <a:pt x="2120001" y="1120352"/>
                            <a:pt x="1969564" y="1179872"/>
                          </a:cubicBezTo>
                          <a:cubicBezTo>
                            <a:pt x="1819127" y="1239392"/>
                            <a:pt x="1710637" y="1151926"/>
                            <a:pt x="1485840" y="1179872"/>
                          </a:cubicBezTo>
                          <a:cubicBezTo>
                            <a:pt x="1261043" y="1207818"/>
                            <a:pt x="1070294" y="1144447"/>
                            <a:pt x="941651" y="1179872"/>
                          </a:cubicBezTo>
                          <a:cubicBezTo>
                            <a:pt x="813008" y="1215297"/>
                            <a:pt x="581731" y="1153132"/>
                            <a:pt x="478082" y="1179872"/>
                          </a:cubicBezTo>
                          <a:cubicBezTo>
                            <a:pt x="237662" y="1166882"/>
                            <a:pt x="91731" y="924391"/>
                            <a:pt x="0" y="589936"/>
                          </a:cubicBezTo>
                          <a:cubicBezTo>
                            <a:pt x="-4643" y="340154"/>
                            <a:pt x="247663" y="-340"/>
                            <a:pt x="478082" y="0"/>
                          </a:cubicBezTo>
                          <a:close/>
                        </a:path>
                        <a:path w="2971681" h="1179872" stroke="0" extrusionOk="0">
                          <a:moveTo>
                            <a:pt x="478082" y="0"/>
                          </a:moveTo>
                          <a:cubicBezTo>
                            <a:pt x="726897" y="-34819"/>
                            <a:pt x="786975" y="37490"/>
                            <a:pt x="981961" y="0"/>
                          </a:cubicBezTo>
                          <a:cubicBezTo>
                            <a:pt x="1176947" y="-37490"/>
                            <a:pt x="1406131" y="59378"/>
                            <a:pt x="1526150" y="0"/>
                          </a:cubicBezTo>
                          <a:cubicBezTo>
                            <a:pt x="1646169" y="-59378"/>
                            <a:pt x="1933084" y="10975"/>
                            <a:pt x="2050184" y="0"/>
                          </a:cubicBezTo>
                          <a:cubicBezTo>
                            <a:pt x="2167284" y="-10975"/>
                            <a:pt x="2299245" y="46206"/>
                            <a:pt x="2493598" y="0"/>
                          </a:cubicBezTo>
                          <a:cubicBezTo>
                            <a:pt x="2746054" y="90197"/>
                            <a:pt x="2999563" y="236481"/>
                            <a:pt x="2971681" y="589936"/>
                          </a:cubicBezTo>
                          <a:cubicBezTo>
                            <a:pt x="2913875" y="958632"/>
                            <a:pt x="2762873" y="1183942"/>
                            <a:pt x="2493598" y="1179872"/>
                          </a:cubicBezTo>
                          <a:cubicBezTo>
                            <a:pt x="2348029" y="1225324"/>
                            <a:pt x="2145915" y="1122433"/>
                            <a:pt x="1949409" y="1179872"/>
                          </a:cubicBezTo>
                          <a:cubicBezTo>
                            <a:pt x="1752903" y="1237311"/>
                            <a:pt x="1610360" y="1166964"/>
                            <a:pt x="1445530" y="1179872"/>
                          </a:cubicBezTo>
                          <a:cubicBezTo>
                            <a:pt x="1280700" y="1192780"/>
                            <a:pt x="1130840" y="1160940"/>
                            <a:pt x="941651" y="1179872"/>
                          </a:cubicBezTo>
                          <a:cubicBezTo>
                            <a:pt x="752462" y="1198804"/>
                            <a:pt x="638511" y="1156648"/>
                            <a:pt x="478082" y="1179872"/>
                          </a:cubicBezTo>
                          <a:cubicBezTo>
                            <a:pt x="226756" y="1153898"/>
                            <a:pt x="-6222" y="937547"/>
                            <a:pt x="0" y="589936"/>
                          </a:cubicBezTo>
                          <a:cubicBezTo>
                            <a:pt x="-14222" y="202489"/>
                            <a:pt x="176352" y="-8069"/>
                            <a:pt x="478082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24000" tIns="0" rIns="72000" bIns="0" rtlCol="0" anchor="ctr"/>
            <a:lstStyle/>
            <a:p>
              <a:pPr algn="r"/>
              <a:r>
                <a:rPr lang="en-CA" sz="1200" b="1" dirty="0">
                  <a:solidFill>
                    <a:schemeClr val="tx1"/>
                  </a:solidFill>
                </a:rPr>
                <a:t>Domain</a:t>
              </a:r>
            </a:p>
            <a:p>
              <a:pPr algn="r"/>
              <a:r>
                <a:rPr lang="en-CA" sz="1200" b="1" dirty="0">
                  <a:solidFill>
                    <a:schemeClr val="tx1"/>
                  </a:solidFill>
                </a:rPr>
                <a:t>Client X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6F020FB-899A-331E-F28A-B7D47106DDB3}"/>
                </a:ext>
              </a:extLst>
            </p:cNvPr>
            <p:cNvGrpSpPr/>
            <p:nvPr/>
          </p:nvGrpSpPr>
          <p:grpSpPr>
            <a:xfrm>
              <a:off x="8621012" y="3234243"/>
              <a:ext cx="1147870" cy="746535"/>
              <a:chOff x="8438083" y="3504958"/>
              <a:chExt cx="1145469" cy="962875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841D5193-FF67-D135-C90D-DA92FF17FC1D}"/>
                  </a:ext>
                </a:extLst>
              </p:cNvPr>
              <p:cNvSpPr/>
              <p:nvPr/>
            </p:nvSpPr>
            <p:spPr>
              <a:xfrm>
                <a:off x="8438083" y="3504958"/>
                <a:ext cx="1145469" cy="962875"/>
              </a:xfrm>
              <a:prstGeom prst="roundRect">
                <a:avLst>
                  <a:gd name="adj" fmla="val 4355"/>
                </a:avLst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CA" sz="1050" b="1" dirty="0">
                    <a:solidFill>
                      <a:schemeClr val="tx1"/>
                    </a:solidFill>
                  </a:rPr>
                  <a:t>Workspace(s)</a:t>
                </a:r>
              </a:p>
            </p:txBody>
          </p:sp>
          <p:pic>
            <p:nvPicPr>
              <p:cNvPr id="19" name="Picture 6" descr="All Microsoft Fabric icons for diagramming - Sam Debruyn">
                <a:extLst>
                  <a:ext uri="{FF2B5EF4-FFF2-40B4-BE49-F238E27FC236}">
                    <a16:creationId xmlns:a16="http://schemas.microsoft.com/office/drawing/2014/main" id="{9A9953D1-F819-81D2-F6FE-DF6DB66D47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53489" y="3780946"/>
                <a:ext cx="223246" cy="2302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0772FA41-6DDD-D849-C9D7-111B3EB844F1}"/>
                  </a:ext>
                </a:extLst>
              </p:cNvPr>
              <p:cNvSpPr/>
              <p:nvPr/>
            </p:nvSpPr>
            <p:spPr>
              <a:xfrm>
                <a:off x="8800319" y="3794585"/>
                <a:ext cx="608428" cy="210715"/>
              </a:xfrm>
              <a:custGeom>
                <a:avLst/>
                <a:gdLst>
                  <a:gd name="connsiteX0" fmla="*/ 0 w 1550487"/>
                  <a:gd name="connsiteY0" fmla="*/ 0 h 496155"/>
                  <a:gd name="connsiteX1" fmla="*/ 1550487 w 1550487"/>
                  <a:gd name="connsiteY1" fmla="*/ 0 h 496155"/>
                  <a:gd name="connsiteX2" fmla="*/ 1550487 w 1550487"/>
                  <a:gd name="connsiteY2" fmla="*/ 496155 h 496155"/>
                  <a:gd name="connsiteX3" fmla="*/ 0 w 1550487"/>
                  <a:gd name="connsiteY3" fmla="*/ 496155 h 496155"/>
                  <a:gd name="connsiteX4" fmla="*/ 0 w 1550487"/>
                  <a:gd name="connsiteY4" fmla="*/ 0 h 49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0487" h="496155">
                    <a:moveTo>
                      <a:pt x="0" y="0"/>
                    </a:moveTo>
                    <a:lnTo>
                      <a:pt x="1550487" y="0"/>
                    </a:lnTo>
                    <a:lnTo>
                      <a:pt x="1550487" y="496155"/>
                    </a:lnTo>
                    <a:lnTo>
                      <a:pt x="0" y="49615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sp3d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795" tIns="10795" rIns="10795" bIns="10795" numCol="1" spcCol="1270" anchor="ctr" anchorCtr="0">
                <a:noAutofit/>
              </a:bodyPr>
              <a:lstStyle/>
              <a:p>
                <a:pPr marL="0" lvl="0" indent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CA" sz="1000" kern="1200" dirty="0" err="1"/>
                  <a:t>lakehouse</a:t>
                </a:r>
                <a:endParaRPr lang="en-CA" sz="1000" kern="1200" dirty="0"/>
              </a:p>
            </p:txBody>
          </p:sp>
          <p:pic>
            <p:nvPicPr>
              <p:cNvPr id="23" name="Picture 8" descr="All Microsoft Fabric icons for diagramming - Sam Debruyn">
                <a:extLst>
                  <a:ext uri="{FF2B5EF4-FFF2-40B4-BE49-F238E27FC236}">
                    <a16:creationId xmlns:a16="http://schemas.microsoft.com/office/drawing/2014/main" id="{2B124CEA-ADF6-6CF2-D43A-CF4F166C57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73622" y="3995593"/>
                <a:ext cx="203113" cy="23965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2942998-1152-9935-B642-E1285CBC998E}"/>
                  </a:ext>
                </a:extLst>
              </p:cNvPr>
              <p:cNvSpPr/>
              <p:nvPr/>
            </p:nvSpPr>
            <p:spPr>
              <a:xfrm>
                <a:off x="8831414" y="4043357"/>
                <a:ext cx="608428" cy="210715"/>
              </a:xfrm>
              <a:custGeom>
                <a:avLst/>
                <a:gdLst>
                  <a:gd name="connsiteX0" fmla="*/ 0 w 1550487"/>
                  <a:gd name="connsiteY0" fmla="*/ 0 h 496155"/>
                  <a:gd name="connsiteX1" fmla="*/ 1550487 w 1550487"/>
                  <a:gd name="connsiteY1" fmla="*/ 0 h 496155"/>
                  <a:gd name="connsiteX2" fmla="*/ 1550487 w 1550487"/>
                  <a:gd name="connsiteY2" fmla="*/ 496155 h 496155"/>
                  <a:gd name="connsiteX3" fmla="*/ 0 w 1550487"/>
                  <a:gd name="connsiteY3" fmla="*/ 496155 h 496155"/>
                  <a:gd name="connsiteX4" fmla="*/ 0 w 1550487"/>
                  <a:gd name="connsiteY4" fmla="*/ 0 h 49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0487" h="496155">
                    <a:moveTo>
                      <a:pt x="0" y="0"/>
                    </a:moveTo>
                    <a:lnTo>
                      <a:pt x="1550487" y="0"/>
                    </a:lnTo>
                    <a:lnTo>
                      <a:pt x="1550487" y="496155"/>
                    </a:lnTo>
                    <a:lnTo>
                      <a:pt x="0" y="49615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sp3d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795" tIns="10795" rIns="10795" bIns="10795" numCol="1" spcCol="1270" anchor="ctr" anchorCtr="0">
                <a:noAutofit/>
              </a:bodyPr>
              <a:lstStyle/>
              <a:p>
                <a:pPr marL="0" lvl="0" indent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CA" sz="1000" kern="1200" dirty="0"/>
                  <a:t>warehouse</a:t>
                </a:r>
              </a:p>
            </p:txBody>
          </p:sp>
          <p:pic>
            <p:nvPicPr>
              <p:cNvPr id="25" name="Picture 10" descr="KQL Database">
                <a:extLst>
                  <a:ext uri="{FF2B5EF4-FFF2-40B4-BE49-F238E27FC236}">
                    <a16:creationId xmlns:a16="http://schemas.microsoft.com/office/drawing/2014/main" id="{EAEC5BE1-21E4-2489-83FB-90E2BC4F868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74198" y="4229474"/>
                <a:ext cx="210715" cy="2107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19EBE67E-5A8B-4673-698C-26A73B2696BA}"/>
                  </a:ext>
                </a:extLst>
              </p:cNvPr>
              <p:cNvSpPr/>
              <p:nvPr/>
            </p:nvSpPr>
            <p:spPr>
              <a:xfrm>
                <a:off x="8793314" y="4257118"/>
                <a:ext cx="713770" cy="210715"/>
              </a:xfrm>
              <a:custGeom>
                <a:avLst/>
                <a:gdLst>
                  <a:gd name="connsiteX0" fmla="*/ 0 w 1550487"/>
                  <a:gd name="connsiteY0" fmla="*/ 0 h 496155"/>
                  <a:gd name="connsiteX1" fmla="*/ 1550487 w 1550487"/>
                  <a:gd name="connsiteY1" fmla="*/ 0 h 496155"/>
                  <a:gd name="connsiteX2" fmla="*/ 1550487 w 1550487"/>
                  <a:gd name="connsiteY2" fmla="*/ 496155 h 496155"/>
                  <a:gd name="connsiteX3" fmla="*/ 0 w 1550487"/>
                  <a:gd name="connsiteY3" fmla="*/ 496155 h 496155"/>
                  <a:gd name="connsiteX4" fmla="*/ 0 w 1550487"/>
                  <a:gd name="connsiteY4" fmla="*/ 0 h 49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0487" h="496155">
                    <a:moveTo>
                      <a:pt x="0" y="0"/>
                    </a:moveTo>
                    <a:lnTo>
                      <a:pt x="1550487" y="0"/>
                    </a:lnTo>
                    <a:lnTo>
                      <a:pt x="1550487" y="496155"/>
                    </a:lnTo>
                    <a:lnTo>
                      <a:pt x="0" y="49615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sp3d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795" tIns="10795" rIns="10795" bIns="10795" numCol="1" spcCol="1270" anchor="ctr" anchorCtr="0">
                <a:noAutofit/>
              </a:bodyPr>
              <a:lstStyle/>
              <a:p>
                <a:pPr marL="0" lvl="0" indent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CA" sz="1000" dirty="0" err="1"/>
                  <a:t>event</a:t>
                </a:r>
                <a:r>
                  <a:rPr lang="en-CA" sz="1000" kern="1200" dirty="0" err="1"/>
                  <a:t>house</a:t>
                </a:r>
                <a:endParaRPr lang="en-CA" sz="1000" kern="1200" dirty="0"/>
              </a:p>
            </p:txBody>
          </p:sp>
        </p:grp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0CB8AAD0-2717-55E8-F732-FA076D3ED353}"/>
              </a:ext>
            </a:extLst>
          </p:cNvPr>
          <p:cNvSpPr/>
          <p:nvPr/>
        </p:nvSpPr>
        <p:spPr>
          <a:xfrm>
            <a:off x="821567" y="3981634"/>
            <a:ext cx="5817073" cy="2567982"/>
          </a:xfrm>
          <a:custGeom>
            <a:avLst/>
            <a:gdLst>
              <a:gd name="connsiteX0" fmla="*/ 0 w 4913783"/>
              <a:gd name="connsiteY0" fmla="*/ 0 h 1788224"/>
              <a:gd name="connsiteX1" fmla="*/ 4913783 w 4913783"/>
              <a:gd name="connsiteY1" fmla="*/ 0 h 1788224"/>
              <a:gd name="connsiteX2" fmla="*/ 4913783 w 4913783"/>
              <a:gd name="connsiteY2" fmla="*/ 1788224 h 1788224"/>
              <a:gd name="connsiteX3" fmla="*/ 0 w 4913783"/>
              <a:gd name="connsiteY3" fmla="*/ 1788224 h 1788224"/>
              <a:gd name="connsiteX4" fmla="*/ 0 w 4913783"/>
              <a:gd name="connsiteY4" fmla="*/ 0 h 1788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13783" h="1788224">
                <a:moveTo>
                  <a:pt x="0" y="0"/>
                </a:moveTo>
                <a:lnTo>
                  <a:pt x="4913783" y="0"/>
                </a:lnTo>
                <a:lnTo>
                  <a:pt x="4913783" y="1788224"/>
                </a:lnTo>
                <a:lnTo>
                  <a:pt x="0" y="178822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128" tIns="180000" rIns="135128" bIns="144000" numCol="1" spcCol="1270" anchor="ctr" anchorCtr="0">
            <a:noAutofit/>
          </a:bodyPr>
          <a:lstStyle/>
          <a:p>
            <a:pPr marL="285750" indent="-285750" algn="just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  <a:defRPr b="1"/>
            </a:pPr>
            <a:r>
              <a:rPr lang="en-US" sz="1400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Use domains for implementing data mesh and managing and governing data</a:t>
            </a:r>
            <a:r>
              <a:rPr lang="en-US" sz="1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 in the scope of a business domain composed by multiple workspaces.</a:t>
            </a:r>
            <a:endParaRPr lang="en-US" sz="1400" kern="1200" dirty="0">
              <a:solidFill>
                <a:schemeClr val="tx1"/>
              </a:solidFill>
            </a:endParaRPr>
          </a:p>
          <a:p>
            <a:pPr marL="285750" lvl="0" indent="-285750" algn="just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  <a:defRPr b="1"/>
            </a:pPr>
            <a:r>
              <a:rPr lang="en-US" sz="1400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Use workspaces as boundaries for data</a:t>
            </a:r>
            <a:r>
              <a:rPr lang="en-US" sz="1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 transformation stages, governance, and security.</a:t>
            </a:r>
          </a:p>
          <a:p>
            <a:pPr marL="285750" lvl="0" indent="-285750" algn="just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  <a:defRPr b="1"/>
            </a:pPr>
            <a:r>
              <a:rPr lang="en-US" sz="1400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Use capacities to scale </a:t>
            </a:r>
            <a:r>
              <a:rPr lang="en-US" sz="1400" b="1" dirty="0">
                <a:solidFill>
                  <a:srgbClr val="161616"/>
                </a:solidFill>
                <a:latin typeface="Segoe UI" panose="020B0502040204020203" pitchFamily="34" charset="0"/>
              </a:rPr>
              <a:t>or </a:t>
            </a:r>
            <a:r>
              <a:rPr lang="en-US" sz="1400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to isolate compute resources and to achieve flexibility in tenant configuration governance model </a:t>
            </a:r>
            <a:r>
              <a:rPr lang="en-US" sz="1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from centralized model to federated model</a:t>
            </a:r>
            <a:endParaRPr lang="en-US" sz="1400" dirty="0">
              <a:solidFill>
                <a:srgbClr val="161616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608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34F2B-06D0-910B-F457-D2D905D80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717" y="181241"/>
            <a:ext cx="10506456" cy="1014984"/>
          </a:xfrm>
        </p:spPr>
        <p:txBody>
          <a:bodyPr anchor="b">
            <a:noAutofit/>
          </a:bodyPr>
          <a:lstStyle/>
          <a:p>
            <a:pPr algn="ctr"/>
            <a:r>
              <a:rPr lang="en-CA" sz="3200" i="0" dirty="0">
                <a:effectLst/>
                <a:latin typeface="Segoe UI" panose="020B0502040204020203" pitchFamily="34" charset="0"/>
              </a:rPr>
              <a:t>BoC MS Fabric ALL components </a:t>
            </a:r>
            <a:br>
              <a:rPr lang="en-CA" sz="3200" i="0" dirty="0">
                <a:effectLst/>
                <a:latin typeface="Segoe UI" panose="020B0502040204020203" pitchFamily="34" charset="0"/>
              </a:rPr>
            </a:br>
            <a:r>
              <a:rPr lang="en-CA" sz="2400" i="0" dirty="0">
                <a:effectLst/>
                <a:latin typeface="Segoe UI" panose="020B0502040204020203" pitchFamily="34" charset="0"/>
              </a:rPr>
              <a:t>(multiple Azure tenants )</a:t>
            </a:r>
            <a:endParaRPr lang="en-CA" sz="3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B7931BF-C99A-9C8A-BF87-3C8FD3D103C1}"/>
              </a:ext>
            </a:extLst>
          </p:cNvPr>
          <p:cNvSpPr/>
          <p:nvPr/>
        </p:nvSpPr>
        <p:spPr>
          <a:xfrm>
            <a:off x="290945" y="1652790"/>
            <a:ext cx="9331887" cy="4431705"/>
          </a:xfrm>
          <a:prstGeom prst="roundRect">
            <a:avLst>
              <a:gd name="adj" fmla="val 102"/>
            </a:avLst>
          </a:prstGeom>
          <a:solidFill>
            <a:srgbClr val="E1ECEA"/>
          </a:solidFill>
          <a:ln w="28575">
            <a:solidFill>
              <a:srgbClr val="D5D5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22">
            <a:extLst>
              <a:ext uri="{FF2B5EF4-FFF2-40B4-BE49-F238E27FC236}">
                <a16:creationId xmlns:a16="http://schemas.microsoft.com/office/drawing/2014/main" id="{2EF27B46-FA85-30A5-E1EB-2EA74F7D6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2480" y="1775516"/>
            <a:ext cx="395849" cy="37416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86CA69-A9F0-974C-08B6-A59CC5378946}"/>
              </a:ext>
            </a:extLst>
          </p:cNvPr>
          <p:cNvSpPr/>
          <p:nvPr/>
        </p:nvSpPr>
        <p:spPr>
          <a:xfrm>
            <a:off x="440576" y="2363246"/>
            <a:ext cx="1572702" cy="2752229"/>
          </a:xfrm>
          <a:prstGeom prst="roundRect">
            <a:avLst>
              <a:gd name="adj" fmla="val 7781"/>
            </a:avLst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A140178-5D29-4C79-3637-FD2F50DAF2D5}"/>
              </a:ext>
            </a:extLst>
          </p:cNvPr>
          <p:cNvSpPr/>
          <p:nvPr/>
        </p:nvSpPr>
        <p:spPr>
          <a:xfrm>
            <a:off x="375655" y="2491332"/>
            <a:ext cx="1704885" cy="504620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CA" sz="1400" b="1" dirty="0"/>
              <a:t>CAPACITY 1</a:t>
            </a:r>
            <a:br>
              <a:rPr lang="en-CA" sz="1400" b="1" dirty="0"/>
            </a:br>
            <a:r>
              <a:rPr lang="en-CA" sz="1200" dirty="0"/>
              <a:t>(F-128 SKU)</a:t>
            </a:r>
            <a:br>
              <a:rPr lang="en-CA" sz="1400" b="1" dirty="0"/>
            </a:br>
            <a:r>
              <a:rPr lang="en-CA" sz="1400" b="1" dirty="0"/>
              <a:t>CA &amp; Ops Domain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F4B53C6-1AA2-7275-E799-A54E7A259CB1}"/>
              </a:ext>
            </a:extLst>
          </p:cNvPr>
          <p:cNvSpPr/>
          <p:nvPr/>
        </p:nvSpPr>
        <p:spPr>
          <a:xfrm>
            <a:off x="2162754" y="2363246"/>
            <a:ext cx="1579999" cy="2751720"/>
          </a:xfrm>
          <a:prstGeom prst="roundRect">
            <a:avLst>
              <a:gd name="adj" fmla="val 7781"/>
            </a:avLst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E257306-E70A-7493-D9AA-CBB7CE265E8C}"/>
              </a:ext>
            </a:extLst>
          </p:cNvPr>
          <p:cNvSpPr/>
          <p:nvPr/>
        </p:nvSpPr>
        <p:spPr>
          <a:xfrm>
            <a:off x="2155183" y="2457066"/>
            <a:ext cx="1579998" cy="469324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400" b="1" kern="1200" dirty="0"/>
              <a:t>CAPACITY 2 </a:t>
            </a:r>
            <a:br>
              <a:rPr lang="en-CA" sz="1400" b="1" kern="1200" dirty="0"/>
            </a:br>
            <a:r>
              <a:rPr lang="en-CA" sz="1200" kern="1200" dirty="0"/>
              <a:t>(</a:t>
            </a:r>
            <a:r>
              <a:rPr lang="en-CA" sz="1200" dirty="0"/>
              <a:t>F-128 SKU)</a:t>
            </a:r>
            <a:br>
              <a:rPr lang="en-CA" sz="1400" b="1" dirty="0"/>
            </a:br>
            <a:r>
              <a:rPr lang="en-CA" sz="1400" b="1" kern="1200" dirty="0"/>
              <a:t>Analytic AE Domain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89D3BCC-3306-7205-046B-6C9858AF4099}"/>
              </a:ext>
            </a:extLst>
          </p:cNvPr>
          <p:cNvSpPr/>
          <p:nvPr/>
        </p:nvSpPr>
        <p:spPr>
          <a:xfrm>
            <a:off x="375656" y="5213844"/>
            <a:ext cx="3391616" cy="746203"/>
          </a:xfrm>
          <a:prstGeom prst="roundRect">
            <a:avLst>
              <a:gd name="adj" fmla="val 19003"/>
            </a:avLst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1600" b="1" dirty="0">
                <a:solidFill>
                  <a:schemeClr val="tx1"/>
                </a:solidFill>
              </a:rPr>
              <a:t>BOCAD </a:t>
            </a:r>
            <a:r>
              <a:rPr lang="en-CA" sz="1600" b="1" dirty="0" err="1">
                <a:solidFill>
                  <a:schemeClr val="tx1"/>
                </a:solidFill>
              </a:rPr>
              <a:t>OneLake</a:t>
            </a:r>
            <a:r>
              <a:rPr lang="en-CA" sz="1600" b="1" dirty="0">
                <a:solidFill>
                  <a:schemeClr val="tx1"/>
                </a:solidFill>
              </a:rPr>
              <a:t> data lake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95493A9-C556-EA22-4A00-48C6087A4083}"/>
              </a:ext>
            </a:extLst>
          </p:cNvPr>
          <p:cNvSpPr/>
          <p:nvPr/>
        </p:nvSpPr>
        <p:spPr>
          <a:xfrm>
            <a:off x="627907" y="3147019"/>
            <a:ext cx="1253802" cy="1398224"/>
          </a:xfrm>
          <a:prstGeom prst="roundRect">
            <a:avLst>
              <a:gd name="adj" fmla="val 8218"/>
            </a:avLst>
          </a:prstGeom>
          <a:solidFill>
            <a:schemeClr val="accent4">
              <a:lumMod val="40000"/>
              <a:lumOff val="60000"/>
              <a:alpha val="50000"/>
            </a:schemeClr>
          </a:solidFill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0000" rtlCol="0" anchor="t"/>
          <a:lstStyle/>
          <a:p>
            <a:pPr algn="ctr"/>
            <a:r>
              <a:rPr lang="en-CA" sz="1100" b="1" dirty="0">
                <a:solidFill>
                  <a:schemeClr val="tx1"/>
                </a:solidFill>
              </a:rPr>
              <a:t>User Data Domain</a:t>
            </a:r>
            <a:br>
              <a:rPr lang="en-CA" sz="1100" b="1" dirty="0">
                <a:solidFill>
                  <a:schemeClr val="tx1"/>
                </a:solidFill>
              </a:rPr>
            </a:br>
            <a:r>
              <a:rPr lang="en-CA" sz="1100" b="1" dirty="0">
                <a:solidFill>
                  <a:schemeClr val="tx1"/>
                </a:solidFill>
              </a:rPr>
              <a:t>(HR, Cyber, FER…)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278739-EAEB-4755-6366-0F920CAA804B}"/>
              </a:ext>
            </a:extLst>
          </p:cNvPr>
          <p:cNvCxnSpPr>
            <a:cxnSpLocks/>
          </p:cNvCxnSpPr>
          <p:nvPr/>
        </p:nvCxnSpPr>
        <p:spPr>
          <a:xfrm>
            <a:off x="1421172" y="4545243"/>
            <a:ext cx="3569" cy="80349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37">
            <a:extLst>
              <a:ext uri="{FF2B5EF4-FFF2-40B4-BE49-F238E27FC236}">
                <a16:creationId xmlns:a16="http://schemas.microsoft.com/office/drawing/2014/main" id="{6EFB97E3-45CC-5401-F62F-D10308934437}"/>
              </a:ext>
            </a:extLst>
          </p:cNvPr>
          <p:cNvCxnSpPr>
            <a:cxnSpLocks/>
            <a:stCxn id="26" idx="1"/>
            <a:endCxn id="7" idx="0"/>
          </p:cNvCxnSpPr>
          <p:nvPr/>
        </p:nvCxnSpPr>
        <p:spPr>
          <a:xfrm rot="10800000" flipV="1">
            <a:off x="1226928" y="1943732"/>
            <a:ext cx="886577" cy="419513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884E9C9-CC39-A7E4-7490-397566F396C0}"/>
              </a:ext>
            </a:extLst>
          </p:cNvPr>
          <p:cNvSpPr/>
          <p:nvPr/>
        </p:nvSpPr>
        <p:spPr>
          <a:xfrm>
            <a:off x="2113504" y="1797643"/>
            <a:ext cx="1653768" cy="292179"/>
          </a:xfrm>
          <a:prstGeom prst="rect">
            <a:avLst/>
          </a:prstGeom>
          <a:solidFill>
            <a:srgbClr val="E1ECE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1400" b="1" kern="1200" dirty="0">
                <a:solidFill>
                  <a:schemeClr val="tx1"/>
                </a:solidFill>
              </a:rPr>
              <a:t>BOCAD Fabric Tenant</a:t>
            </a:r>
          </a:p>
        </p:txBody>
      </p:sp>
      <p:cxnSp>
        <p:nvCxnSpPr>
          <p:cNvPr id="29" name="Straight Arrow Connector 37">
            <a:extLst>
              <a:ext uri="{FF2B5EF4-FFF2-40B4-BE49-F238E27FC236}">
                <a16:creationId xmlns:a16="http://schemas.microsoft.com/office/drawing/2014/main" id="{68B53E57-395A-2649-BA57-552313D98A29}"/>
              </a:ext>
            </a:extLst>
          </p:cNvPr>
          <p:cNvCxnSpPr>
            <a:cxnSpLocks/>
            <a:stCxn id="26" idx="2"/>
            <a:endCxn id="10" idx="0"/>
          </p:cNvCxnSpPr>
          <p:nvPr/>
        </p:nvCxnSpPr>
        <p:spPr>
          <a:xfrm>
            <a:off x="2940388" y="2089822"/>
            <a:ext cx="12366" cy="2734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phic 29" descr="Folder with solid fill">
            <a:extLst>
              <a:ext uri="{FF2B5EF4-FFF2-40B4-BE49-F238E27FC236}">
                <a16:creationId xmlns:a16="http://schemas.microsoft.com/office/drawing/2014/main" id="{8BFD5D4E-AD34-2445-CE62-96466974A8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230" y="5493865"/>
            <a:ext cx="585139" cy="464369"/>
          </a:xfrm>
          <a:prstGeom prst="rect">
            <a:avLst/>
          </a:prstGeom>
        </p:spPr>
      </p:pic>
      <p:pic>
        <p:nvPicPr>
          <p:cNvPr id="32" name="Graphic 31" descr="Folder with solid fill">
            <a:extLst>
              <a:ext uri="{FF2B5EF4-FFF2-40B4-BE49-F238E27FC236}">
                <a16:creationId xmlns:a16="http://schemas.microsoft.com/office/drawing/2014/main" id="{BDFA2808-7481-930A-080D-E5F2F3D8CE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4997" y="5495678"/>
            <a:ext cx="585139" cy="464369"/>
          </a:xfrm>
          <a:prstGeom prst="rect">
            <a:avLst/>
          </a:prstGeom>
        </p:spPr>
      </p:pic>
      <p:pic>
        <p:nvPicPr>
          <p:cNvPr id="33" name="Graphic 32" descr="Folder with solid fill">
            <a:extLst>
              <a:ext uri="{FF2B5EF4-FFF2-40B4-BE49-F238E27FC236}">
                <a16:creationId xmlns:a16="http://schemas.microsoft.com/office/drawing/2014/main" id="{A37D9AE4-F714-D302-EE46-4DD870B062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768" y="5511339"/>
            <a:ext cx="585139" cy="464369"/>
          </a:xfrm>
          <a:prstGeom prst="rect">
            <a:avLst/>
          </a:prstGeom>
        </p:spPr>
      </p:pic>
      <p:pic>
        <p:nvPicPr>
          <p:cNvPr id="34" name="Graphic 33" descr="Folder with solid fill">
            <a:extLst>
              <a:ext uri="{FF2B5EF4-FFF2-40B4-BE49-F238E27FC236}">
                <a16:creationId xmlns:a16="http://schemas.microsoft.com/office/drawing/2014/main" id="{ADF6F52C-EBA3-2049-FA8A-B7740F61AA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74526" y="5513871"/>
            <a:ext cx="585139" cy="464369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5527DBD-96A4-E1AA-560E-9D42F7A51F42}"/>
              </a:ext>
            </a:extLst>
          </p:cNvPr>
          <p:cNvCxnSpPr>
            <a:cxnSpLocks/>
          </p:cNvCxnSpPr>
          <p:nvPr/>
        </p:nvCxnSpPr>
        <p:spPr>
          <a:xfrm>
            <a:off x="908302" y="4970198"/>
            <a:ext cx="6523" cy="40720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BBA2CAB-51D6-4B27-3264-A95F7E5C1852}"/>
              </a:ext>
            </a:extLst>
          </p:cNvPr>
          <p:cNvSpPr/>
          <p:nvPr/>
        </p:nvSpPr>
        <p:spPr>
          <a:xfrm>
            <a:off x="538568" y="3553822"/>
            <a:ext cx="1247903" cy="1419177"/>
          </a:xfrm>
          <a:prstGeom prst="roundRect">
            <a:avLst>
              <a:gd name="adj" fmla="val 4355"/>
            </a:avLst>
          </a:prstGeom>
          <a:solidFill>
            <a:schemeClr val="accent6">
              <a:lumMod val="20000"/>
              <a:lumOff val="80000"/>
              <a:alpha val="88000"/>
            </a:schemeClr>
          </a:solidFill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1200" b="1" dirty="0">
                <a:solidFill>
                  <a:schemeClr val="tx1"/>
                </a:solidFill>
              </a:rPr>
              <a:t>Data Domain (IMPACT)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6520525-A94D-F355-A84C-53DA9A0DC296}"/>
              </a:ext>
            </a:extLst>
          </p:cNvPr>
          <p:cNvGrpSpPr/>
          <p:nvPr/>
        </p:nvGrpSpPr>
        <p:grpSpPr>
          <a:xfrm>
            <a:off x="646252" y="4003591"/>
            <a:ext cx="1191071" cy="928069"/>
            <a:chOff x="8509291" y="3643669"/>
            <a:chExt cx="1130656" cy="1032477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76382EAB-1194-9434-02DF-56548AB39F57}"/>
                </a:ext>
              </a:extLst>
            </p:cNvPr>
            <p:cNvSpPr/>
            <p:nvPr/>
          </p:nvSpPr>
          <p:spPr>
            <a:xfrm>
              <a:off x="8563385" y="3643669"/>
              <a:ext cx="938755" cy="967340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69E28F4A-562A-EA68-E9E4-032E9EA9FD42}"/>
                </a:ext>
              </a:extLst>
            </p:cNvPr>
            <p:cNvSpPr/>
            <p:nvPr/>
          </p:nvSpPr>
          <p:spPr>
            <a:xfrm>
              <a:off x="8509291" y="3691558"/>
              <a:ext cx="908267" cy="984588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36000" rtlCol="0" anchor="t"/>
            <a:lstStyle/>
            <a:p>
              <a:pPr algn="ctr"/>
              <a:r>
                <a:rPr lang="en-CA" sz="1050" b="1" dirty="0">
                  <a:solidFill>
                    <a:schemeClr val="tx1"/>
                  </a:solidFill>
                </a:rPr>
                <a:t>Workspaces</a:t>
              </a:r>
            </a:p>
          </p:txBody>
        </p:sp>
        <p:pic>
          <p:nvPicPr>
            <p:cNvPr id="43" name="Picture 6" descr="All Microsoft Fabric icons for diagramming - Sam Debruyn">
              <a:extLst>
                <a:ext uri="{FF2B5EF4-FFF2-40B4-BE49-F238E27FC236}">
                  <a16:creationId xmlns:a16="http://schemas.microsoft.com/office/drawing/2014/main" id="{463505A7-87A4-AD6E-F8E5-50F09F4E3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67956" y="3857241"/>
              <a:ext cx="184675" cy="190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F796E76-C19E-1E72-E381-440FB493D568}"/>
                </a:ext>
              </a:extLst>
            </p:cNvPr>
            <p:cNvSpPr/>
            <p:nvPr/>
          </p:nvSpPr>
          <p:spPr>
            <a:xfrm>
              <a:off x="8741779" y="3896299"/>
              <a:ext cx="608428" cy="210715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000" dirty="0"/>
                <a:t>L</a:t>
              </a:r>
              <a:r>
                <a:rPr lang="en-CA" sz="1000" kern="1200" dirty="0"/>
                <a:t>akehouse</a:t>
              </a:r>
            </a:p>
          </p:txBody>
        </p:sp>
        <p:pic>
          <p:nvPicPr>
            <p:cNvPr id="45" name="Picture 8" descr="All Microsoft Fabric icons for diagramming - Sam Debruyn">
              <a:extLst>
                <a:ext uri="{FF2B5EF4-FFF2-40B4-BE49-F238E27FC236}">
                  <a16:creationId xmlns:a16="http://schemas.microsoft.com/office/drawing/2014/main" id="{8AB28941-83D4-6B62-B788-62EBB6B0EB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8681" y="4048514"/>
              <a:ext cx="172579" cy="2036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46C79210-754A-EB12-0238-AA13ADF96330}"/>
                </a:ext>
              </a:extLst>
            </p:cNvPr>
            <p:cNvSpPr/>
            <p:nvPr/>
          </p:nvSpPr>
          <p:spPr>
            <a:xfrm>
              <a:off x="8758049" y="4091865"/>
              <a:ext cx="608428" cy="210715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000" dirty="0"/>
                <a:t>W</a:t>
              </a:r>
              <a:r>
                <a:rPr lang="en-CA" sz="1000" kern="1200" dirty="0"/>
                <a:t>arehouse</a:t>
              </a:r>
            </a:p>
          </p:txBody>
        </p:sp>
        <p:pic>
          <p:nvPicPr>
            <p:cNvPr id="47" name="Picture 12" descr="Experiments">
              <a:extLst>
                <a:ext uri="{FF2B5EF4-FFF2-40B4-BE49-F238E27FC236}">
                  <a16:creationId xmlns:a16="http://schemas.microsoft.com/office/drawing/2014/main" id="{4219AEAC-4721-6F27-95A3-F691878FED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5870" y="4250085"/>
              <a:ext cx="192366" cy="1983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6759D4E-4F07-24E5-B115-DF55D9C9B953}"/>
                </a:ext>
              </a:extLst>
            </p:cNvPr>
            <p:cNvSpPr/>
            <p:nvPr/>
          </p:nvSpPr>
          <p:spPr>
            <a:xfrm>
              <a:off x="8774171" y="4266598"/>
              <a:ext cx="865776" cy="210715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000" dirty="0"/>
                <a:t>ML Model</a:t>
              </a:r>
              <a:endParaRPr lang="en-CA" sz="1000" kern="1200" dirty="0"/>
            </a:p>
          </p:txBody>
        </p:sp>
        <p:pic>
          <p:nvPicPr>
            <p:cNvPr id="49" name="Picture 14" descr="Paginated Report">
              <a:extLst>
                <a:ext uri="{FF2B5EF4-FFF2-40B4-BE49-F238E27FC236}">
                  <a16:creationId xmlns:a16="http://schemas.microsoft.com/office/drawing/2014/main" id="{F66B434F-341D-95EC-D91C-75D60F6DAC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63385" y="4442743"/>
              <a:ext cx="176522" cy="209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21B37CB-FCD1-9E86-8494-AC80154DCD46}"/>
                </a:ext>
              </a:extLst>
            </p:cNvPr>
            <p:cNvSpPr/>
            <p:nvPr/>
          </p:nvSpPr>
          <p:spPr>
            <a:xfrm>
              <a:off x="8771030" y="4433555"/>
              <a:ext cx="646528" cy="210715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000" kern="1200" dirty="0"/>
                <a:t>BI report</a:t>
              </a:r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C5246E9-2BCD-54B2-8EDA-9D3A5600CB9A}"/>
              </a:ext>
            </a:extLst>
          </p:cNvPr>
          <p:cNvCxnSpPr>
            <a:cxnSpLocks/>
          </p:cNvCxnSpPr>
          <p:nvPr/>
        </p:nvCxnSpPr>
        <p:spPr>
          <a:xfrm flipH="1">
            <a:off x="3087603" y="4600122"/>
            <a:ext cx="16043" cy="74861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66" name="Straight Arrow Connector 3165">
            <a:extLst>
              <a:ext uri="{FF2B5EF4-FFF2-40B4-BE49-F238E27FC236}">
                <a16:creationId xmlns:a16="http://schemas.microsoft.com/office/drawing/2014/main" id="{C5290926-E70D-CDD9-B826-433D0A42643B}"/>
              </a:ext>
            </a:extLst>
          </p:cNvPr>
          <p:cNvCxnSpPr>
            <a:cxnSpLocks/>
          </p:cNvCxnSpPr>
          <p:nvPr/>
        </p:nvCxnSpPr>
        <p:spPr>
          <a:xfrm flipH="1">
            <a:off x="2557424" y="4982855"/>
            <a:ext cx="9434" cy="35472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167" name="Cylinder 3166">
            <a:extLst>
              <a:ext uri="{FF2B5EF4-FFF2-40B4-BE49-F238E27FC236}">
                <a16:creationId xmlns:a16="http://schemas.microsoft.com/office/drawing/2014/main" id="{C2B5708C-9F88-5EE1-3BDF-B31E2A569541}"/>
              </a:ext>
            </a:extLst>
          </p:cNvPr>
          <p:cNvSpPr/>
          <p:nvPr/>
        </p:nvSpPr>
        <p:spPr>
          <a:xfrm>
            <a:off x="754277" y="5682651"/>
            <a:ext cx="180892" cy="139897"/>
          </a:xfrm>
          <a:prstGeom prst="ca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69" name="Cylinder 3168">
            <a:extLst>
              <a:ext uri="{FF2B5EF4-FFF2-40B4-BE49-F238E27FC236}">
                <a16:creationId xmlns:a16="http://schemas.microsoft.com/office/drawing/2014/main" id="{67E6CB90-8F94-AEAF-35DC-A0A63E6708E4}"/>
              </a:ext>
            </a:extLst>
          </p:cNvPr>
          <p:cNvSpPr/>
          <p:nvPr/>
        </p:nvSpPr>
        <p:spPr>
          <a:xfrm>
            <a:off x="1355604" y="5678413"/>
            <a:ext cx="180892" cy="139897"/>
          </a:xfrm>
          <a:prstGeom prst="ca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70" name="Cylinder 3169">
            <a:extLst>
              <a:ext uri="{FF2B5EF4-FFF2-40B4-BE49-F238E27FC236}">
                <a16:creationId xmlns:a16="http://schemas.microsoft.com/office/drawing/2014/main" id="{B0BBE253-F280-2686-7313-4E085166D6FA}"/>
              </a:ext>
            </a:extLst>
          </p:cNvPr>
          <p:cNvSpPr/>
          <p:nvPr/>
        </p:nvSpPr>
        <p:spPr>
          <a:xfrm>
            <a:off x="2543937" y="5694372"/>
            <a:ext cx="180892" cy="139897"/>
          </a:xfrm>
          <a:prstGeom prst="ca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71" name="Cylinder 3170">
            <a:extLst>
              <a:ext uri="{FF2B5EF4-FFF2-40B4-BE49-F238E27FC236}">
                <a16:creationId xmlns:a16="http://schemas.microsoft.com/office/drawing/2014/main" id="{D5D2C216-940E-0CA5-6CF1-BBB24F0D2EF2}"/>
              </a:ext>
            </a:extLst>
          </p:cNvPr>
          <p:cNvSpPr/>
          <p:nvPr/>
        </p:nvSpPr>
        <p:spPr>
          <a:xfrm>
            <a:off x="3144769" y="5690059"/>
            <a:ext cx="180892" cy="139897"/>
          </a:xfrm>
          <a:prstGeom prst="ca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72" name="Rectangle: Rounded Corners 3171">
            <a:extLst>
              <a:ext uri="{FF2B5EF4-FFF2-40B4-BE49-F238E27FC236}">
                <a16:creationId xmlns:a16="http://schemas.microsoft.com/office/drawing/2014/main" id="{2C558646-0CA7-38A7-F7AE-B866FCE4C152}"/>
              </a:ext>
            </a:extLst>
          </p:cNvPr>
          <p:cNvSpPr/>
          <p:nvPr/>
        </p:nvSpPr>
        <p:spPr>
          <a:xfrm>
            <a:off x="3966697" y="2363246"/>
            <a:ext cx="1663276" cy="2509864"/>
          </a:xfrm>
          <a:prstGeom prst="roundRect">
            <a:avLst>
              <a:gd name="adj" fmla="val 7781"/>
            </a:avLst>
          </a:prstGeom>
          <a:solidFill>
            <a:srgbClr val="FFFF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73" name="Freeform: Shape 3172">
            <a:extLst>
              <a:ext uri="{FF2B5EF4-FFF2-40B4-BE49-F238E27FC236}">
                <a16:creationId xmlns:a16="http://schemas.microsoft.com/office/drawing/2014/main" id="{0E0B6009-9ADB-DB06-80A0-87D033D85A25}"/>
              </a:ext>
            </a:extLst>
          </p:cNvPr>
          <p:cNvSpPr/>
          <p:nvPr/>
        </p:nvSpPr>
        <p:spPr>
          <a:xfrm>
            <a:off x="4010242" y="2481982"/>
            <a:ext cx="1651227" cy="469324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400" b="1" kern="1200" dirty="0"/>
              <a:t>PBI PRO CAPACITY</a:t>
            </a:r>
            <a:br>
              <a:rPr lang="en-CA" sz="1400" b="1" kern="1200" dirty="0"/>
            </a:br>
            <a:r>
              <a:rPr lang="en-CA" sz="1200" kern="1200" dirty="0"/>
              <a:t>(SaaS Shared Capacity)</a:t>
            </a:r>
            <a:br>
              <a:rPr lang="en-CA" sz="1400" b="1" dirty="0"/>
            </a:br>
            <a:r>
              <a:rPr lang="en-CA" sz="1400" b="1" kern="1200" dirty="0"/>
              <a:t>BoC BI Self-service</a:t>
            </a:r>
          </a:p>
        </p:txBody>
      </p:sp>
      <p:sp>
        <p:nvSpPr>
          <p:cNvPr id="3179" name="Rectangle: Rounded Corners 3178">
            <a:extLst>
              <a:ext uri="{FF2B5EF4-FFF2-40B4-BE49-F238E27FC236}">
                <a16:creationId xmlns:a16="http://schemas.microsoft.com/office/drawing/2014/main" id="{C75931E1-F5EE-8FA1-4599-FACC64AF9A2F}"/>
              </a:ext>
            </a:extLst>
          </p:cNvPr>
          <p:cNvSpPr/>
          <p:nvPr/>
        </p:nvSpPr>
        <p:spPr>
          <a:xfrm>
            <a:off x="4172684" y="3183064"/>
            <a:ext cx="1291376" cy="1411375"/>
          </a:xfrm>
          <a:prstGeom prst="roundRect">
            <a:avLst>
              <a:gd name="adj" fmla="val 4355"/>
            </a:avLst>
          </a:prstGeom>
          <a:solidFill>
            <a:schemeClr val="accent6">
              <a:lumMod val="50000"/>
              <a:alpha val="50000"/>
            </a:schemeClr>
          </a:solidFill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CA" sz="1200" b="1" dirty="0">
                <a:solidFill>
                  <a:schemeClr val="bg1"/>
                </a:solidFill>
              </a:rPr>
              <a:t>User Data Domain</a:t>
            </a:r>
          </a:p>
        </p:txBody>
      </p:sp>
      <p:cxnSp>
        <p:nvCxnSpPr>
          <p:cNvPr id="3187" name="Straight Arrow Connector 37">
            <a:extLst>
              <a:ext uri="{FF2B5EF4-FFF2-40B4-BE49-F238E27FC236}">
                <a16:creationId xmlns:a16="http://schemas.microsoft.com/office/drawing/2014/main" id="{1D261953-3065-4E74-5BF5-24461033935D}"/>
              </a:ext>
            </a:extLst>
          </p:cNvPr>
          <p:cNvCxnSpPr>
            <a:cxnSpLocks/>
            <a:stCxn id="26" idx="3"/>
            <a:endCxn id="3172" idx="0"/>
          </p:cNvCxnSpPr>
          <p:nvPr/>
        </p:nvCxnSpPr>
        <p:spPr>
          <a:xfrm>
            <a:off x="3767272" y="1943733"/>
            <a:ext cx="1031063" cy="419513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4" name="Rectangle: Rounded Corners 3193">
            <a:extLst>
              <a:ext uri="{FF2B5EF4-FFF2-40B4-BE49-F238E27FC236}">
                <a16:creationId xmlns:a16="http://schemas.microsoft.com/office/drawing/2014/main" id="{702F10DB-FEFD-FFB3-A06A-50A58262BFFB}"/>
              </a:ext>
            </a:extLst>
          </p:cNvPr>
          <p:cNvSpPr/>
          <p:nvPr/>
        </p:nvSpPr>
        <p:spPr>
          <a:xfrm>
            <a:off x="2327389" y="3099350"/>
            <a:ext cx="1346342" cy="1398224"/>
          </a:xfrm>
          <a:prstGeom prst="roundRect">
            <a:avLst>
              <a:gd name="adj" fmla="val 8218"/>
            </a:avLst>
          </a:prstGeom>
          <a:solidFill>
            <a:schemeClr val="accent6">
              <a:lumMod val="50000"/>
              <a:alpha val="50000"/>
            </a:schemeClr>
          </a:solidFill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/>
          <a:lstStyle/>
          <a:p>
            <a:pPr algn="ctr"/>
            <a:r>
              <a:rPr lang="en-CA" sz="1100" b="1" dirty="0">
                <a:solidFill>
                  <a:schemeClr val="bg1"/>
                </a:solidFill>
              </a:rPr>
              <a:t>User Data Domain</a:t>
            </a:r>
            <a:br>
              <a:rPr lang="en-CA" sz="1100" b="1" dirty="0">
                <a:solidFill>
                  <a:schemeClr val="bg1"/>
                </a:solidFill>
              </a:rPr>
            </a:br>
            <a:r>
              <a:rPr lang="en-CA" sz="1100" b="1" dirty="0">
                <a:solidFill>
                  <a:schemeClr val="bg1"/>
                </a:solidFill>
              </a:rPr>
              <a:t>(Delphi, ECP/FSS)</a:t>
            </a:r>
          </a:p>
        </p:txBody>
      </p:sp>
      <p:sp>
        <p:nvSpPr>
          <p:cNvPr id="3195" name="Rectangle: Rounded Corners 3194">
            <a:extLst>
              <a:ext uri="{FF2B5EF4-FFF2-40B4-BE49-F238E27FC236}">
                <a16:creationId xmlns:a16="http://schemas.microsoft.com/office/drawing/2014/main" id="{20C79BC7-3172-2676-221A-B806C87C2BAD}"/>
              </a:ext>
            </a:extLst>
          </p:cNvPr>
          <p:cNvSpPr/>
          <p:nvPr/>
        </p:nvSpPr>
        <p:spPr>
          <a:xfrm>
            <a:off x="2237222" y="3536633"/>
            <a:ext cx="3092208" cy="1240179"/>
          </a:xfrm>
          <a:prstGeom prst="roundRect">
            <a:avLst>
              <a:gd name="adj" fmla="val 4355"/>
            </a:avLst>
          </a:prstGeom>
          <a:solidFill>
            <a:srgbClr val="FFC000">
              <a:alpha val="88000"/>
            </a:srgbClr>
          </a:solidFill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/>
          <a:lstStyle/>
          <a:p>
            <a:pPr algn="ctr"/>
            <a:r>
              <a:rPr lang="en-CA" sz="1200" b="1" dirty="0">
                <a:solidFill>
                  <a:schemeClr val="tx1"/>
                </a:solidFill>
              </a:rPr>
              <a:t>User Data Domain (TRITON)</a:t>
            </a:r>
          </a:p>
        </p:txBody>
      </p:sp>
      <p:grpSp>
        <p:nvGrpSpPr>
          <p:cNvPr id="3196" name="Group 3195">
            <a:extLst>
              <a:ext uri="{FF2B5EF4-FFF2-40B4-BE49-F238E27FC236}">
                <a16:creationId xmlns:a16="http://schemas.microsoft.com/office/drawing/2014/main" id="{72CC8482-EDC0-34AA-DBE7-59D9E7D07A9E}"/>
              </a:ext>
            </a:extLst>
          </p:cNvPr>
          <p:cNvGrpSpPr/>
          <p:nvPr/>
        </p:nvGrpSpPr>
        <p:grpSpPr>
          <a:xfrm>
            <a:off x="2464658" y="3775535"/>
            <a:ext cx="1191071" cy="928069"/>
            <a:chOff x="8509291" y="3643669"/>
            <a:chExt cx="1130656" cy="1032477"/>
          </a:xfrm>
        </p:grpSpPr>
        <p:sp>
          <p:nvSpPr>
            <p:cNvPr id="3197" name="Rectangle: Rounded Corners 3196">
              <a:extLst>
                <a:ext uri="{FF2B5EF4-FFF2-40B4-BE49-F238E27FC236}">
                  <a16:creationId xmlns:a16="http://schemas.microsoft.com/office/drawing/2014/main" id="{176A9747-A2F4-BB3D-4292-FA2B2B9D3C74}"/>
                </a:ext>
              </a:extLst>
            </p:cNvPr>
            <p:cNvSpPr/>
            <p:nvPr/>
          </p:nvSpPr>
          <p:spPr>
            <a:xfrm>
              <a:off x="8563385" y="3643669"/>
              <a:ext cx="938755" cy="967340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98" name="Rectangle: Rounded Corners 3197">
              <a:extLst>
                <a:ext uri="{FF2B5EF4-FFF2-40B4-BE49-F238E27FC236}">
                  <a16:creationId xmlns:a16="http://schemas.microsoft.com/office/drawing/2014/main" id="{697CB792-2576-4860-8A97-DAD0832ABE71}"/>
                </a:ext>
              </a:extLst>
            </p:cNvPr>
            <p:cNvSpPr/>
            <p:nvPr/>
          </p:nvSpPr>
          <p:spPr>
            <a:xfrm>
              <a:off x="8509291" y="3691558"/>
              <a:ext cx="908267" cy="984588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36000" rtlCol="0" anchor="t"/>
            <a:lstStyle/>
            <a:p>
              <a:pPr algn="ctr"/>
              <a:r>
                <a:rPr lang="en-CA" sz="1050" b="1" dirty="0">
                  <a:solidFill>
                    <a:schemeClr val="tx1"/>
                  </a:solidFill>
                </a:rPr>
                <a:t>Workspaces</a:t>
              </a:r>
            </a:p>
          </p:txBody>
        </p:sp>
        <p:pic>
          <p:nvPicPr>
            <p:cNvPr id="3199" name="Picture 6" descr="All Microsoft Fabric icons for diagramming - Sam Debruyn">
              <a:extLst>
                <a:ext uri="{FF2B5EF4-FFF2-40B4-BE49-F238E27FC236}">
                  <a16:creationId xmlns:a16="http://schemas.microsoft.com/office/drawing/2014/main" id="{72C997F2-22AE-2EAF-5F15-972056E4E0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67956" y="3857241"/>
              <a:ext cx="184675" cy="1904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0CB67C2-C721-928C-28F7-A476320406A6}"/>
                </a:ext>
              </a:extLst>
            </p:cNvPr>
            <p:cNvSpPr/>
            <p:nvPr/>
          </p:nvSpPr>
          <p:spPr>
            <a:xfrm>
              <a:off x="8741779" y="3896299"/>
              <a:ext cx="608428" cy="210715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000" dirty="0"/>
                <a:t>L</a:t>
              </a:r>
              <a:r>
                <a:rPr lang="en-CA" sz="1000" kern="1200" dirty="0"/>
                <a:t>akehouse</a:t>
              </a:r>
            </a:p>
          </p:txBody>
        </p:sp>
        <p:pic>
          <p:nvPicPr>
            <p:cNvPr id="65" name="Picture 8" descr="All Microsoft Fabric icons for diagramming - Sam Debruyn">
              <a:extLst>
                <a:ext uri="{FF2B5EF4-FFF2-40B4-BE49-F238E27FC236}">
                  <a16:creationId xmlns:a16="http://schemas.microsoft.com/office/drawing/2014/main" id="{2E4017AE-2E7E-269C-89D7-A0DC33F9DC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8681" y="4048514"/>
              <a:ext cx="172579" cy="2036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BFA83D6D-A46E-FB71-557D-9FB87AFD4C4E}"/>
                </a:ext>
              </a:extLst>
            </p:cNvPr>
            <p:cNvSpPr/>
            <p:nvPr/>
          </p:nvSpPr>
          <p:spPr>
            <a:xfrm>
              <a:off x="8758049" y="4091865"/>
              <a:ext cx="608428" cy="210715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000" dirty="0"/>
                <a:t>W</a:t>
              </a:r>
              <a:r>
                <a:rPr lang="en-CA" sz="1000" kern="1200" dirty="0"/>
                <a:t>arehouse</a:t>
              </a:r>
            </a:p>
          </p:txBody>
        </p:sp>
        <p:pic>
          <p:nvPicPr>
            <p:cNvPr id="67" name="Picture 12" descr="Experiments">
              <a:extLst>
                <a:ext uri="{FF2B5EF4-FFF2-40B4-BE49-F238E27FC236}">
                  <a16:creationId xmlns:a16="http://schemas.microsoft.com/office/drawing/2014/main" id="{B5C5834A-9C60-0FCD-A9FA-18E23E3556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5870" y="4250085"/>
              <a:ext cx="192366" cy="1983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3103D92-9691-80E7-2113-87A136F86191}"/>
                </a:ext>
              </a:extLst>
            </p:cNvPr>
            <p:cNvSpPr/>
            <p:nvPr/>
          </p:nvSpPr>
          <p:spPr>
            <a:xfrm>
              <a:off x="8774171" y="4266598"/>
              <a:ext cx="865776" cy="210715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000" dirty="0"/>
                <a:t>ML Model</a:t>
              </a:r>
              <a:endParaRPr lang="en-CA" sz="1000" kern="1200" dirty="0"/>
            </a:p>
          </p:txBody>
        </p:sp>
        <p:pic>
          <p:nvPicPr>
            <p:cNvPr id="69" name="Picture 14" descr="Paginated Report">
              <a:extLst>
                <a:ext uri="{FF2B5EF4-FFF2-40B4-BE49-F238E27FC236}">
                  <a16:creationId xmlns:a16="http://schemas.microsoft.com/office/drawing/2014/main" id="{B4910F36-D18C-DC34-7812-FCB265DA55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63385" y="4442743"/>
              <a:ext cx="176522" cy="209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C0EC3B16-E2FC-7C28-4C3B-84937CB45CF8}"/>
                </a:ext>
              </a:extLst>
            </p:cNvPr>
            <p:cNvSpPr/>
            <p:nvPr/>
          </p:nvSpPr>
          <p:spPr>
            <a:xfrm>
              <a:off x="8771030" y="4433555"/>
              <a:ext cx="646528" cy="210715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000" kern="1200" dirty="0"/>
                <a:t>BI report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0E980B7-582C-64F0-3C97-1C444AD29947}"/>
              </a:ext>
            </a:extLst>
          </p:cNvPr>
          <p:cNvGrpSpPr/>
          <p:nvPr/>
        </p:nvGrpSpPr>
        <p:grpSpPr>
          <a:xfrm>
            <a:off x="7542580" y="2332603"/>
            <a:ext cx="1980634" cy="3643106"/>
            <a:chOff x="6402067" y="2347521"/>
            <a:chExt cx="1980634" cy="3743647"/>
          </a:xfrm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89EDC019-2828-6552-EE01-25816EE9EBC7}"/>
                </a:ext>
              </a:extLst>
            </p:cNvPr>
            <p:cNvSpPr/>
            <p:nvPr/>
          </p:nvSpPr>
          <p:spPr>
            <a:xfrm>
              <a:off x="6443344" y="2347521"/>
              <a:ext cx="1939357" cy="3743647"/>
            </a:xfrm>
            <a:prstGeom prst="roundRect">
              <a:avLst>
                <a:gd name="adj" fmla="val 7781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3317B65A-CDD0-5B1E-D777-5B6176FD02BF}"/>
                </a:ext>
              </a:extLst>
            </p:cNvPr>
            <p:cNvSpPr/>
            <p:nvPr/>
          </p:nvSpPr>
          <p:spPr>
            <a:xfrm>
              <a:off x="6452727" y="2454482"/>
              <a:ext cx="1916312" cy="469324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400" b="1" kern="1200" dirty="0"/>
                <a:t>Power BI Tools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400" kern="1200" dirty="0"/>
                <a:t>(Apps on users’ laptops)</a:t>
              </a:r>
              <a:endParaRPr lang="en-CA" sz="1400" b="1" kern="1200" dirty="0"/>
            </a:p>
          </p:txBody>
        </p:sp>
        <p:pic>
          <p:nvPicPr>
            <p:cNvPr id="4104" name="Picture 8" descr="▷ Power BI Architecture - Explained with Practical Examples">
              <a:extLst>
                <a:ext uri="{FF2B5EF4-FFF2-40B4-BE49-F238E27FC236}">
                  <a16:creationId xmlns:a16="http://schemas.microsoft.com/office/drawing/2014/main" id="{48429016-1B5B-0298-4690-44DF9CB1CA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67380" y="3147681"/>
              <a:ext cx="469324" cy="4693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173A3D97-0A4A-D018-3968-309A377EAD54}"/>
                </a:ext>
              </a:extLst>
            </p:cNvPr>
            <p:cNvSpPr txBox="1"/>
            <p:nvPr/>
          </p:nvSpPr>
          <p:spPr>
            <a:xfrm>
              <a:off x="6540414" y="3184413"/>
              <a:ext cx="899849" cy="4427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sz="1100" b="1" kern="1200" dirty="0"/>
                <a:t>PBI Desktop</a:t>
              </a:r>
              <a:br>
                <a:rPr lang="en-CA" sz="1100" b="1" kern="1200" dirty="0"/>
              </a:br>
              <a:r>
                <a:rPr lang="en-CA" sz="1100" b="1" kern="1200" dirty="0"/>
                <a:t>( </a:t>
              </a:r>
              <a:r>
                <a:rPr lang="en-CA" sz="1100" b="1" kern="1200" dirty="0">
                  <a:solidFill>
                    <a:srgbClr val="FF0000"/>
                  </a:solidFill>
                </a:rPr>
                <a:t>350 users</a:t>
              </a:r>
              <a:r>
                <a:rPr lang="en-CA" sz="1100" b="1" kern="1200" dirty="0"/>
                <a:t>)</a:t>
              </a:r>
              <a:endParaRPr lang="en-CA" sz="1100" dirty="0"/>
            </a:p>
          </p:txBody>
        </p:sp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1007F21E-8E20-1CA7-1900-C75F15969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541966" y="3816807"/>
              <a:ext cx="768834" cy="1521088"/>
            </a:xfrm>
            <a:prstGeom prst="rect">
              <a:avLst/>
            </a:prstGeom>
          </p:spPr>
        </p:pic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D9C588B6-517B-E588-636C-80CC6C0F439F}"/>
                </a:ext>
              </a:extLst>
            </p:cNvPr>
            <p:cNvSpPr txBox="1"/>
            <p:nvPr/>
          </p:nvSpPr>
          <p:spPr>
            <a:xfrm>
              <a:off x="6402067" y="4054397"/>
              <a:ext cx="1175191" cy="6167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A" sz="1100" b="1" kern="1200" dirty="0"/>
                <a:t>PBI External Tools </a:t>
              </a:r>
              <a:br>
                <a:rPr lang="en-CA" sz="1100" b="1" kern="1200" dirty="0"/>
              </a:br>
              <a:r>
                <a:rPr lang="en-CA" sz="1100" b="1" kern="1200" dirty="0"/>
                <a:t>(</a:t>
              </a:r>
              <a:r>
                <a:rPr lang="en-CA" sz="1100" b="1" kern="1200" dirty="0">
                  <a:solidFill>
                    <a:srgbClr val="FF0000"/>
                  </a:solidFill>
                </a:rPr>
                <a:t>12 tools </a:t>
              </a:r>
              <a:r>
                <a:rPr lang="en-CA" sz="1100" b="1" kern="1200" dirty="0"/>
                <a:t>in use)</a:t>
              </a:r>
              <a:endParaRPr lang="en-CA" sz="1100" dirty="0"/>
            </a:p>
          </p:txBody>
        </p:sp>
      </p:grpSp>
      <p:cxnSp>
        <p:nvCxnSpPr>
          <p:cNvPr id="100" name="Straight Arrow Connector 37">
            <a:extLst>
              <a:ext uri="{FF2B5EF4-FFF2-40B4-BE49-F238E27FC236}">
                <a16:creationId xmlns:a16="http://schemas.microsoft.com/office/drawing/2014/main" id="{1CF86B02-DEFA-7036-0313-E5FB6C9C1483}"/>
              </a:ext>
            </a:extLst>
          </p:cNvPr>
          <p:cNvCxnSpPr>
            <a:cxnSpLocks/>
            <a:stCxn id="26" idx="3"/>
            <a:endCxn id="95" idx="0"/>
          </p:cNvCxnSpPr>
          <p:nvPr/>
        </p:nvCxnSpPr>
        <p:spPr>
          <a:xfrm>
            <a:off x="3767272" y="1943733"/>
            <a:ext cx="4786264" cy="388870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3" name="Rectangle: Rounded Corners 4102">
            <a:extLst>
              <a:ext uri="{FF2B5EF4-FFF2-40B4-BE49-F238E27FC236}">
                <a16:creationId xmlns:a16="http://schemas.microsoft.com/office/drawing/2014/main" id="{3F7884B4-CF81-9054-4185-2BBBA363363D}"/>
              </a:ext>
            </a:extLst>
          </p:cNvPr>
          <p:cNvSpPr/>
          <p:nvPr/>
        </p:nvSpPr>
        <p:spPr>
          <a:xfrm>
            <a:off x="5821399" y="2349095"/>
            <a:ext cx="1682403" cy="3626613"/>
          </a:xfrm>
          <a:prstGeom prst="roundRect">
            <a:avLst>
              <a:gd name="adj" fmla="val 7781"/>
            </a:avLst>
          </a:prstGeom>
          <a:solidFill>
            <a:schemeClr val="accent6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105" name="Freeform: Shape 4104">
            <a:extLst>
              <a:ext uri="{FF2B5EF4-FFF2-40B4-BE49-F238E27FC236}">
                <a16:creationId xmlns:a16="http://schemas.microsoft.com/office/drawing/2014/main" id="{6DFA1FDB-A358-17DA-92D8-4AFCA05AF94B}"/>
              </a:ext>
            </a:extLst>
          </p:cNvPr>
          <p:cNvSpPr/>
          <p:nvPr/>
        </p:nvSpPr>
        <p:spPr>
          <a:xfrm>
            <a:off x="5852895" y="2574160"/>
            <a:ext cx="1598480" cy="469324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400" b="1" kern="1200" dirty="0"/>
              <a:t>Power BI</a:t>
            </a:r>
            <a:br>
              <a:rPr lang="en-CA" sz="1400" b="1" kern="1200" dirty="0"/>
            </a:br>
            <a:r>
              <a:rPr lang="en-CA" sz="1400" b="1" kern="1200" dirty="0"/>
              <a:t>Data Gateway</a:t>
            </a:r>
            <a:br>
              <a:rPr lang="en-CA" sz="1400" b="1" kern="1200" dirty="0"/>
            </a:br>
            <a:r>
              <a:rPr lang="en-CA" sz="1200" kern="1200" dirty="0"/>
              <a:t>(Cluster on Azure VMs)</a:t>
            </a:r>
            <a:endParaRPr lang="en-CA" sz="1200" b="1" kern="1200" dirty="0"/>
          </a:p>
        </p:txBody>
      </p:sp>
      <p:sp>
        <p:nvSpPr>
          <p:cNvPr id="4107" name="TextBox 4106">
            <a:extLst>
              <a:ext uri="{FF2B5EF4-FFF2-40B4-BE49-F238E27FC236}">
                <a16:creationId xmlns:a16="http://schemas.microsoft.com/office/drawing/2014/main" id="{320B0696-0B9F-1DB4-EEB9-6F22EAE8D976}"/>
              </a:ext>
            </a:extLst>
          </p:cNvPr>
          <p:cNvSpPr txBox="1"/>
          <p:nvPr/>
        </p:nvSpPr>
        <p:spPr>
          <a:xfrm>
            <a:off x="5827146" y="4414438"/>
            <a:ext cx="162422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100" b="1" kern="1200" dirty="0"/>
              <a:t>4 VMS in Azure BOCAD</a:t>
            </a:r>
            <a:br>
              <a:rPr lang="en-CA" sz="1100" b="1" kern="1200" dirty="0"/>
            </a:br>
            <a:r>
              <a:rPr lang="en-CA" sz="1100" b="1" dirty="0"/>
              <a:t>98 Data connections</a:t>
            </a:r>
            <a:endParaRPr lang="en-CA" sz="1100" dirty="0"/>
          </a:p>
        </p:txBody>
      </p:sp>
      <p:pic>
        <p:nvPicPr>
          <p:cNvPr id="4111" name="Picture 10" descr="Power BI Gateway: What is it? How do I use it?">
            <a:extLst>
              <a:ext uri="{FF2B5EF4-FFF2-40B4-BE49-F238E27FC236}">
                <a16:creationId xmlns:a16="http://schemas.microsoft.com/office/drawing/2014/main" id="{5246A21B-2BB7-12D0-45F8-3D185D306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608" y="3345824"/>
            <a:ext cx="1336826" cy="960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12" name="Straight Arrow Connector 37">
            <a:extLst>
              <a:ext uri="{FF2B5EF4-FFF2-40B4-BE49-F238E27FC236}">
                <a16:creationId xmlns:a16="http://schemas.microsoft.com/office/drawing/2014/main" id="{910A4FBC-4198-3AE1-CC5F-4FE4E7BCFC41}"/>
              </a:ext>
            </a:extLst>
          </p:cNvPr>
          <p:cNvCxnSpPr>
            <a:cxnSpLocks/>
            <a:stCxn id="26" idx="3"/>
            <a:endCxn id="4103" idx="0"/>
          </p:cNvCxnSpPr>
          <p:nvPr/>
        </p:nvCxnSpPr>
        <p:spPr>
          <a:xfrm>
            <a:off x="3767272" y="1943733"/>
            <a:ext cx="2895329" cy="40536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30" name="Group 4129">
            <a:extLst>
              <a:ext uri="{FF2B5EF4-FFF2-40B4-BE49-F238E27FC236}">
                <a16:creationId xmlns:a16="http://schemas.microsoft.com/office/drawing/2014/main" id="{21B6FCA5-17A8-24CC-4BA4-70A6DCED5580}"/>
              </a:ext>
            </a:extLst>
          </p:cNvPr>
          <p:cNvGrpSpPr/>
          <p:nvPr/>
        </p:nvGrpSpPr>
        <p:grpSpPr>
          <a:xfrm>
            <a:off x="9753947" y="2340848"/>
            <a:ext cx="2059292" cy="3634860"/>
            <a:chOff x="9930594" y="2340848"/>
            <a:chExt cx="2059292" cy="3578833"/>
          </a:xfrm>
        </p:grpSpPr>
        <p:sp>
          <p:nvSpPr>
            <p:cNvPr id="4121" name="Rectangle: Rounded Corners 4120">
              <a:extLst>
                <a:ext uri="{FF2B5EF4-FFF2-40B4-BE49-F238E27FC236}">
                  <a16:creationId xmlns:a16="http://schemas.microsoft.com/office/drawing/2014/main" id="{1FC7516D-05FE-0296-7A2E-A6B7252C439D}"/>
                </a:ext>
              </a:extLst>
            </p:cNvPr>
            <p:cNvSpPr/>
            <p:nvPr/>
          </p:nvSpPr>
          <p:spPr>
            <a:xfrm>
              <a:off x="9930594" y="2340848"/>
              <a:ext cx="2059292" cy="3578833"/>
            </a:xfrm>
            <a:prstGeom prst="roundRect">
              <a:avLst>
                <a:gd name="adj" fmla="val 7781"/>
              </a:avLst>
            </a:prstGeom>
            <a:solidFill>
              <a:srgbClr val="AEDEEB"/>
            </a:solidFill>
            <a:ln w="381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122" name="Freeform: Shape 4121">
              <a:extLst>
                <a:ext uri="{FF2B5EF4-FFF2-40B4-BE49-F238E27FC236}">
                  <a16:creationId xmlns:a16="http://schemas.microsoft.com/office/drawing/2014/main" id="{F26B5256-3D26-7B5F-9F70-EFC2B839D603}"/>
                </a:ext>
              </a:extLst>
            </p:cNvPr>
            <p:cNvSpPr/>
            <p:nvPr/>
          </p:nvSpPr>
          <p:spPr>
            <a:xfrm>
              <a:off x="9992911" y="2447809"/>
              <a:ext cx="1916312" cy="469324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400" b="1" kern="1200" dirty="0"/>
                <a:t>BI Community of Practice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400" kern="1200" dirty="0"/>
                <a:t>(BI Self-service Support)</a:t>
              </a:r>
              <a:endParaRPr lang="en-CA" sz="1400" b="1" kern="1200" dirty="0"/>
            </a:p>
          </p:txBody>
        </p:sp>
        <p:sp>
          <p:nvSpPr>
            <p:cNvPr id="4124" name="TextBox 4123">
              <a:extLst>
                <a:ext uri="{FF2B5EF4-FFF2-40B4-BE49-F238E27FC236}">
                  <a16:creationId xmlns:a16="http://schemas.microsoft.com/office/drawing/2014/main" id="{4D445F31-5ADF-48C1-58D1-2659CB7C70CC}"/>
                </a:ext>
              </a:extLst>
            </p:cNvPr>
            <p:cNvSpPr txBox="1"/>
            <p:nvPr/>
          </p:nvSpPr>
          <p:spPr>
            <a:xfrm>
              <a:off x="10581689" y="2926390"/>
              <a:ext cx="89984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sz="1100" b="1" kern="1200" dirty="0"/>
                <a:t>MS Teams</a:t>
              </a:r>
              <a:endParaRPr lang="en-CA" sz="1100" dirty="0"/>
            </a:p>
          </p:txBody>
        </p:sp>
        <p:pic>
          <p:nvPicPr>
            <p:cNvPr id="4128" name="Picture 4127">
              <a:extLst>
                <a:ext uri="{FF2B5EF4-FFF2-40B4-BE49-F238E27FC236}">
                  <a16:creationId xmlns:a16="http://schemas.microsoft.com/office/drawing/2014/main" id="{A5DDCEFF-D3A8-EB91-4422-142D6D6D2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097553" y="3177972"/>
              <a:ext cx="1707028" cy="1379340"/>
            </a:xfrm>
            <a:prstGeom prst="rect">
              <a:avLst/>
            </a:prstGeom>
          </p:spPr>
        </p:pic>
        <p:sp>
          <p:nvSpPr>
            <p:cNvPr id="4129" name="TextBox 4128">
              <a:extLst>
                <a:ext uri="{FF2B5EF4-FFF2-40B4-BE49-F238E27FC236}">
                  <a16:creationId xmlns:a16="http://schemas.microsoft.com/office/drawing/2014/main" id="{A5E8F47A-0AAA-C957-34DE-76C3CA837BD3}"/>
                </a:ext>
              </a:extLst>
            </p:cNvPr>
            <p:cNvSpPr txBox="1"/>
            <p:nvPr/>
          </p:nvSpPr>
          <p:spPr>
            <a:xfrm>
              <a:off x="10086833" y="4678306"/>
              <a:ext cx="1760044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CA" sz="1100" b="1" kern="1200" dirty="0">
                  <a:solidFill>
                    <a:srgbClr val="FF0000"/>
                  </a:solidFill>
                </a:rPr>
                <a:t>225 members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CA" sz="1100" b="1" dirty="0"/>
                <a:t>Support channel for BI self-service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CA" sz="1100" b="1" dirty="0"/>
                <a:t>Bi-weekly meetings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CA" sz="1100" b="1" dirty="0"/>
                <a:t>Best Practices, policies and guidance</a:t>
              </a:r>
            </a:p>
          </p:txBody>
        </p:sp>
      </p:grpSp>
      <p:cxnSp>
        <p:nvCxnSpPr>
          <p:cNvPr id="4134" name="Straight Arrow Connector 37">
            <a:extLst>
              <a:ext uri="{FF2B5EF4-FFF2-40B4-BE49-F238E27FC236}">
                <a16:creationId xmlns:a16="http://schemas.microsoft.com/office/drawing/2014/main" id="{D35E39B4-AA8F-12E7-C878-0747B94F21BE}"/>
              </a:ext>
            </a:extLst>
          </p:cNvPr>
          <p:cNvCxnSpPr>
            <a:cxnSpLocks/>
            <a:stCxn id="26" idx="3"/>
            <a:endCxn id="4121" idx="0"/>
          </p:cNvCxnSpPr>
          <p:nvPr/>
        </p:nvCxnSpPr>
        <p:spPr>
          <a:xfrm>
            <a:off x="3767272" y="1943733"/>
            <a:ext cx="7016321" cy="397115"/>
          </a:xfrm>
          <a:prstGeom prst="bentConnector2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7" name="TextBox 4136">
            <a:extLst>
              <a:ext uri="{FF2B5EF4-FFF2-40B4-BE49-F238E27FC236}">
                <a16:creationId xmlns:a16="http://schemas.microsoft.com/office/drawing/2014/main" id="{7AA53469-1B8C-C49F-D04C-D253FFC36ADE}"/>
              </a:ext>
            </a:extLst>
          </p:cNvPr>
          <p:cNvSpPr txBox="1"/>
          <p:nvPr/>
        </p:nvSpPr>
        <p:spPr>
          <a:xfrm>
            <a:off x="7653623" y="5385006"/>
            <a:ext cx="16822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b="1" kern="1200" dirty="0" err="1"/>
              <a:t>Onelake</a:t>
            </a:r>
            <a:r>
              <a:rPr lang="en-CA" sz="1100" b="1" kern="1200" dirty="0"/>
              <a:t> Explorer</a:t>
            </a:r>
            <a:endParaRPr lang="en-CA" sz="1100" dirty="0"/>
          </a:p>
        </p:txBody>
      </p:sp>
      <p:pic>
        <p:nvPicPr>
          <p:cNvPr id="4140" name="Picture 12" descr="Microsoft OneLake – the foundation of Fabric | Comset - Business  Intelligence Consultancy">
            <a:extLst>
              <a:ext uri="{FF2B5EF4-FFF2-40B4-BE49-F238E27FC236}">
                <a16:creationId xmlns:a16="http://schemas.microsoft.com/office/drawing/2014/main" id="{B1368797-59BB-B037-F904-B597B7296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400" y="5343071"/>
            <a:ext cx="306754" cy="314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B36D3C6-F47B-0BAF-A938-93F7F8A45296}"/>
              </a:ext>
            </a:extLst>
          </p:cNvPr>
          <p:cNvGrpSpPr/>
          <p:nvPr/>
        </p:nvGrpSpPr>
        <p:grpSpPr>
          <a:xfrm>
            <a:off x="402011" y="6159372"/>
            <a:ext cx="1684598" cy="414199"/>
            <a:chOff x="3953715" y="5070227"/>
            <a:chExt cx="1684598" cy="577295"/>
          </a:xfrm>
        </p:grpSpPr>
        <p:sp>
          <p:nvSpPr>
            <p:cNvPr id="4144" name="Rectangle: Rounded Corners 4143">
              <a:extLst>
                <a:ext uri="{FF2B5EF4-FFF2-40B4-BE49-F238E27FC236}">
                  <a16:creationId xmlns:a16="http://schemas.microsoft.com/office/drawing/2014/main" id="{623AEBB8-1701-00BA-7C00-153A678A3D88}"/>
                </a:ext>
              </a:extLst>
            </p:cNvPr>
            <p:cNvSpPr/>
            <p:nvPr/>
          </p:nvSpPr>
          <p:spPr>
            <a:xfrm>
              <a:off x="3966698" y="5070227"/>
              <a:ext cx="1671615" cy="577295"/>
            </a:xfrm>
            <a:prstGeom prst="roundRect">
              <a:avLst>
                <a:gd name="adj" fmla="val 7781"/>
              </a:avLst>
            </a:prstGeom>
            <a:solidFill>
              <a:schemeClr val="accent5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>
                <a:solidFill>
                  <a:schemeClr val="bg1"/>
                </a:solidFill>
              </a:endParaRPr>
            </a:p>
          </p:txBody>
        </p:sp>
        <p:sp>
          <p:nvSpPr>
            <p:cNvPr id="4145" name="Freeform: Shape 4144">
              <a:extLst>
                <a:ext uri="{FF2B5EF4-FFF2-40B4-BE49-F238E27FC236}">
                  <a16:creationId xmlns:a16="http://schemas.microsoft.com/office/drawing/2014/main" id="{A2010555-3084-BDB2-DC1B-490EB442D2F6}"/>
                </a:ext>
              </a:extLst>
            </p:cNvPr>
            <p:cNvSpPr/>
            <p:nvPr/>
          </p:nvSpPr>
          <p:spPr>
            <a:xfrm>
              <a:off x="3953715" y="5131840"/>
              <a:ext cx="1626262" cy="463387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200" b="1" kern="1200" dirty="0">
                  <a:solidFill>
                    <a:schemeClr val="bg1"/>
                  </a:solidFill>
                </a:rPr>
                <a:t>PBI PRO CAPACITY</a:t>
              </a:r>
              <a:br>
                <a:rPr lang="en-CA" sz="1100" kern="1200" dirty="0">
                  <a:solidFill>
                    <a:schemeClr val="bg1"/>
                  </a:solidFill>
                </a:rPr>
              </a:br>
              <a:r>
                <a:rPr lang="en-CA" sz="1200" b="1" kern="1200" dirty="0">
                  <a:solidFill>
                    <a:schemeClr val="bg1"/>
                  </a:solidFill>
                </a:rPr>
                <a:t>BoC EXTERNAL</a:t>
              </a:r>
            </a:p>
          </p:txBody>
        </p:sp>
      </p:grpSp>
      <p:grpSp>
        <p:nvGrpSpPr>
          <p:cNvPr id="3182" name="Group 3181">
            <a:extLst>
              <a:ext uri="{FF2B5EF4-FFF2-40B4-BE49-F238E27FC236}">
                <a16:creationId xmlns:a16="http://schemas.microsoft.com/office/drawing/2014/main" id="{F2CFF1B8-B41B-08CC-A4EE-A7A6DC0E9B1A}"/>
              </a:ext>
            </a:extLst>
          </p:cNvPr>
          <p:cNvGrpSpPr/>
          <p:nvPr/>
        </p:nvGrpSpPr>
        <p:grpSpPr>
          <a:xfrm>
            <a:off x="4233103" y="3817502"/>
            <a:ext cx="902962" cy="814741"/>
            <a:chOff x="8423681" y="3362682"/>
            <a:chExt cx="1215697" cy="1298582"/>
          </a:xfrm>
        </p:grpSpPr>
        <p:sp>
          <p:nvSpPr>
            <p:cNvPr id="3183" name="Rectangle: Rounded Corners 3182">
              <a:extLst>
                <a:ext uri="{FF2B5EF4-FFF2-40B4-BE49-F238E27FC236}">
                  <a16:creationId xmlns:a16="http://schemas.microsoft.com/office/drawing/2014/main" id="{7ED4BDB9-1D39-80C6-8146-858DCF174E9B}"/>
                </a:ext>
              </a:extLst>
            </p:cNvPr>
            <p:cNvSpPr/>
            <p:nvPr/>
          </p:nvSpPr>
          <p:spPr>
            <a:xfrm>
              <a:off x="8423681" y="3362682"/>
              <a:ext cx="1078459" cy="1226330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84" name="Rectangle: Rounded Corners 3183">
              <a:extLst>
                <a:ext uri="{FF2B5EF4-FFF2-40B4-BE49-F238E27FC236}">
                  <a16:creationId xmlns:a16="http://schemas.microsoft.com/office/drawing/2014/main" id="{3E5215D9-1523-13FB-475B-9E81C23BCC0A}"/>
                </a:ext>
              </a:extLst>
            </p:cNvPr>
            <p:cNvSpPr/>
            <p:nvPr/>
          </p:nvSpPr>
          <p:spPr>
            <a:xfrm>
              <a:off x="8497199" y="3480148"/>
              <a:ext cx="1142179" cy="1181116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t"/>
            <a:lstStyle/>
            <a:p>
              <a:pPr algn="ctr"/>
              <a:r>
                <a:rPr lang="en-CA" sz="1050" b="1" dirty="0">
                  <a:solidFill>
                    <a:schemeClr val="tx1"/>
                  </a:solidFill>
                </a:rPr>
                <a:t>Workspaces</a:t>
              </a:r>
            </a:p>
          </p:txBody>
        </p:sp>
        <p:pic>
          <p:nvPicPr>
            <p:cNvPr id="3185" name="Picture 14" descr="Paginated Report">
              <a:extLst>
                <a:ext uri="{FF2B5EF4-FFF2-40B4-BE49-F238E27FC236}">
                  <a16:creationId xmlns:a16="http://schemas.microsoft.com/office/drawing/2014/main" id="{4909A082-E942-9212-84BD-46ABF948EA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07503" y="3934667"/>
              <a:ext cx="266269" cy="398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86" name="Freeform: Shape 3185">
              <a:extLst>
                <a:ext uri="{FF2B5EF4-FFF2-40B4-BE49-F238E27FC236}">
                  <a16:creationId xmlns:a16="http://schemas.microsoft.com/office/drawing/2014/main" id="{703807DA-9B97-7316-D2DA-063B682A01E5}"/>
                </a:ext>
              </a:extLst>
            </p:cNvPr>
            <p:cNvSpPr/>
            <p:nvPr/>
          </p:nvSpPr>
          <p:spPr>
            <a:xfrm>
              <a:off x="8777396" y="3934667"/>
              <a:ext cx="737453" cy="463743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000" kern="1200" dirty="0"/>
                <a:t>BI data and reports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2523253-7B5B-E6BB-D918-DE8230000689}"/>
              </a:ext>
            </a:extLst>
          </p:cNvPr>
          <p:cNvGrpSpPr/>
          <p:nvPr/>
        </p:nvGrpSpPr>
        <p:grpSpPr>
          <a:xfrm>
            <a:off x="2275096" y="6154528"/>
            <a:ext cx="1684598" cy="419043"/>
            <a:chOff x="3953715" y="5070227"/>
            <a:chExt cx="1684598" cy="577295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6740A2C-3602-EF02-3D49-7E9399CDCE7B}"/>
                </a:ext>
              </a:extLst>
            </p:cNvPr>
            <p:cNvSpPr/>
            <p:nvPr/>
          </p:nvSpPr>
          <p:spPr>
            <a:xfrm>
              <a:off x="3966698" y="5070227"/>
              <a:ext cx="1671615" cy="577295"/>
            </a:xfrm>
            <a:prstGeom prst="roundRect">
              <a:avLst>
                <a:gd name="adj" fmla="val 7781"/>
              </a:avLst>
            </a:prstGeom>
            <a:solidFill>
              <a:schemeClr val="accent5"/>
            </a:solidFill>
            <a:ln w="190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>
                <a:solidFill>
                  <a:schemeClr val="bg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1ED97A3-FA0D-F8DB-0E93-1075BE4FA9BF}"/>
                </a:ext>
              </a:extLst>
            </p:cNvPr>
            <p:cNvSpPr/>
            <p:nvPr/>
          </p:nvSpPr>
          <p:spPr>
            <a:xfrm>
              <a:off x="3953715" y="5131841"/>
              <a:ext cx="1626262" cy="463387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200" b="1" kern="1200" dirty="0">
                  <a:solidFill>
                    <a:schemeClr val="bg1"/>
                  </a:solidFill>
                </a:rPr>
                <a:t>PBI PRO CAPACITY</a:t>
              </a:r>
              <a:br>
                <a:rPr lang="en-CA" sz="1200" b="1" kern="1200" dirty="0">
                  <a:solidFill>
                    <a:schemeClr val="bg1"/>
                  </a:solidFill>
                </a:rPr>
              </a:br>
              <a:r>
                <a:rPr lang="en-CA" sz="1200" b="1" kern="1200" dirty="0">
                  <a:solidFill>
                    <a:schemeClr val="bg1"/>
                  </a:solidFill>
                </a:rPr>
                <a:t>BoC QA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E28852A-8AA2-71B0-69E9-15E40295AF60}"/>
              </a:ext>
            </a:extLst>
          </p:cNvPr>
          <p:cNvGrpSpPr/>
          <p:nvPr/>
        </p:nvGrpSpPr>
        <p:grpSpPr>
          <a:xfrm>
            <a:off x="4070705" y="6154529"/>
            <a:ext cx="1684598" cy="419043"/>
            <a:chOff x="3953715" y="5070227"/>
            <a:chExt cx="1684598" cy="577295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70921AD1-42AD-0F20-1C07-FE0543F97136}"/>
                </a:ext>
              </a:extLst>
            </p:cNvPr>
            <p:cNvSpPr/>
            <p:nvPr/>
          </p:nvSpPr>
          <p:spPr>
            <a:xfrm>
              <a:off x="3966698" y="5070227"/>
              <a:ext cx="1671615" cy="577295"/>
            </a:xfrm>
            <a:prstGeom prst="roundRect">
              <a:avLst>
                <a:gd name="adj" fmla="val 7781"/>
              </a:avLst>
            </a:prstGeom>
            <a:solidFill>
              <a:schemeClr val="accent5"/>
            </a:solidFill>
            <a:ln w="190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>
                <a:solidFill>
                  <a:schemeClr val="bg1"/>
                </a:solidFill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2C4E70C-2BBB-7934-409E-B2FAB504EFF5}"/>
                </a:ext>
              </a:extLst>
            </p:cNvPr>
            <p:cNvSpPr/>
            <p:nvPr/>
          </p:nvSpPr>
          <p:spPr>
            <a:xfrm>
              <a:off x="3953715" y="5131840"/>
              <a:ext cx="1626262" cy="463387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200" b="1" kern="1200" dirty="0">
                  <a:solidFill>
                    <a:schemeClr val="bg1"/>
                  </a:solidFill>
                </a:rPr>
                <a:t>PBI PRO CAPACITY</a:t>
              </a:r>
              <a:br>
                <a:rPr lang="en-CA" sz="1200" b="1" kern="1200" dirty="0">
                  <a:solidFill>
                    <a:schemeClr val="bg1"/>
                  </a:solidFill>
                </a:rPr>
              </a:br>
              <a:r>
                <a:rPr lang="en-CA" sz="1200" b="1" kern="1200" dirty="0">
                  <a:solidFill>
                    <a:schemeClr val="bg1"/>
                  </a:solidFill>
                </a:rPr>
                <a:t>BoC DAZ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5628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34F2B-06D0-910B-F457-D2D905D80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29" y="217013"/>
            <a:ext cx="10506456" cy="563195"/>
          </a:xfrm>
        </p:spPr>
        <p:txBody>
          <a:bodyPr anchor="t">
            <a:noAutofit/>
          </a:bodyPr>
          <a:lstStyle/>
          <a:p>
            <a:pPr algn="ctr"/>
            <a:r>
              <a:rPr lang="en-CA" sz="3600" i="0" dirty="0" err="1">
                <a:effectLst/>
                <a:latin typeface="Segoe UI" panose="020B0502040204020203" pitchFamily="34" charset="0"/>
              </a:rPr>
              <a:t>BoCAD</a:t>
            </a:r>
            <a:r>
              <a:rPr lang="en-CA" sz="3600" i="0" dirty="0">
                <a:effectLst/>
                <a:latin typeface="Segoe UI" panose="020B0502040204020203" pitchFamily="34" charset="0"/>
              </a:rPr>
              <a:t> Fabric Tenant Capacities Architecture</a:t>
            </a:r>
            <a:endParaRPr lang="en-CA" sz="36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10" name="Rectangle: Rounded Corners 3109">
            <a:extLst>
              <a:ext uri="{FF2B5EF4-FFF2-40B4-BE49-F238E27FC236}">
                <a16:creationId xmlns:a16="http://schemas.microsoft.com/office/drawing/2014/main" id="{9C919A2A-502B-EB1A-91D9-E4EB65DE27A5}"/>
              </a:ext>
            </a:extLst>
          </p:cNvPr>
          <p:cNvSpPr/>
          <p:nvPr/>
        </p:nvSpPr>
        <p:spPr>
          <a:xfrm>
            <a:off x="865953" y="1652790"/>
            <a:ext cx="10451592" cy="5078514"/>
          </a:xfrm>
          <a:prstGeom prst="roundRect">
            <a:avLst>
              <a:gd name="adj" fmla="val 102"/>
            </a:avLst>
          </a:prstGeom>
          <a:solidFill>
            <a:srgbClr val="E1ECEA"/>
          </a:solidFill>
          <a:ln w="28575">
            <a:solidFill>
              <a:srgbClr val="D5D5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3112" name="Picture 22">
            <a:extLst>
              <a:ext uri="{FF2B5EF4-FFF2-40B4-BE49-F238E27FC236}">
                <a16:creationId xmlns:a16="http://schemas.microsoft.com/office/drawing/2014/main" id="{FD021007-8315-3955-C318-AA60F9C1F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25816" y="1701445"/>
            <a:ext cx="395849" cy="374162"/>
          </a:xfrm>
          <a:prstGeom prst="rect">
            <a:avLst/>
          </a:prstGeom>
        </p:spPr>
      </p:pic>
      <p:sp>
        <p:nvSpPr>
          <p:cNvPr id="3113" name="Rectangle: Rounded Corners 3112">
            <a:extLst>
              <a:ext uri="{FF2B5EF4-FFF2-40B4-BE49-F238E27FC236}">
                <a16:creationId xmlns:a16="http://schemas.microsoft.com/office/drawing/2014/main" id="{D304FDAE-021B-8BA7-DA4C-531F4C57D79C}"/>
              </a:ext>
            </a:extLst>
          </p:cNvPr>
          <p:cNvSpPr/>
          <p:nvPr/>
        </p:nvSpPr>
        <p:spPr>
          <a:xfrm>
            <a:off x="1166166" y="2237819"/>
            <a:ext cx="2980764" cy="3422921"/>
          </a:xfrm>
          <a:prstGeom prst="roundRect">
            <a:avLst>
              <a:gd name="adj" fmla="val 4868"/>
            </a:avLst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14" name="Freeform: Shape 3113">
            <a:extLst>
              <a:ext uri="{FF2B5EF4-FFF2-40B4-BE49-F238E27FC236}">
                <a16:creationId xmlns:a16="http://schemas.microsoft.com/office/drawing/2014/main" id="{F78A6447-80F9-FA9C-FE4D-55D5D58BB4FA}"/>
              </a:ext>
            </a:extLst>
          </p:cNvPr>
          <p:cNvSpPr/>
          <p:nvPr/>
        </p:nvSpPr>
        <p:spPr>
          <a:xfrm>
            <a:off x="1215178" y="2265088"/>
            <a:ext cx="2852653" cy="504620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CA" sz="1400" b="1" dirty="0"/>
              <a:t>CAPACITY: Corporate Administration </a:t>
            </a:r>
            <a:br>
              <a:rPr lang="en-CA" sz="1400" b="1" dirty="0"/>
            </a:br>
            <a:r>
              <a:rPr lang="en-CA" sz="1200" dirty="0"/>
              <a:t>(F-128 SKU)</a:t>
            </a:r>
            <a:endParaRPr lang="en-CA" sz="14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94A194-BA35-C5AB-BADD-39155E4C0135}"/>
              </a:ext>
            </a:extLst>
          </p:cNvPr>
          <p:cNvSpPr/>
          <p:nvPr/>
        </p:nvSpPr>
        <p:spPr>
          <a:xfrm>
            <a:off x="1493974" y="2793961"/>
            <a:ext cx="2343239" cy="1013069"/>
          </a:xfrm>
          <a:prstGeom prst="roundRect">
            <a:avLst>
              <a:gd name="adj" fmla="val 4355"/>
            </a:avLst>
          </a:prstGeom>
          <a:solidFill>
            <a:schemeClr val="accent4">
              <a:lumMod val="40000"/>
              <a:lumOff val="60000"/>
              <a:alpha val="50000"/>
            </a:schemeClr>
          </a:solidFill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1200" b="1" dirty="0">
                <a:solidFill>
                  <a:schemeClr val="tx1"/>
                </a:solidFill>
              </a:rPr>
              <a:t>CA Business User Domain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7C7F539-3058-2D02-D901-8DB1AA7C7B02}"/>
              </a:ext>
            </a:extLst>
          </p:cNvPr>
          <p:cNvCxnSpPr>
            <a:cxnSpLocks/>
            <a:stCxn id="50" idx="1"/>
            <a:endCxn id="3113" idx="0"/>
          </p:cNvCxnSpPr>
          <p:nvPr/>
        </p:nvCxnSpPr>
        <p:spPr>
          <a:xfrm rot="10800000" flipV="1">
            <a:off x="2656549" y="1922665"/>
            <a:ext cx="359491" cy="31515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55A324FE-E2E0-719F-2479-4AEE733F256D}"/>
              </a:ext>
            </a:extLst>
          </p:cNvPr>
          <p:cNvSpPr/>
          <p:nvPr/>
        </p:nvSpPr>
        <p:spPr>
          <a:xfrm>
            <a:off x="3016039" y="1763126"/>
            <a:ext cx="6188956" cy="319077"/>
          </a:xfrm>
          <a:prstGeom prst="rect">
            <a:avLst/>
          </a:prstGeom>
          <a:solidFill>
            <a:srgbClr val="E1ECE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sz="1400" b="1" kern="1200" dirty="0">
                <a:solidFill>
                  <a:schemeClr val="tx1"/>
                </a:solidFill>
              </a:rPr>
              <a:t>BOCAD Fabric Tenant</a:t>
            </a:r>
          </a:p>
        </p:txBody>
      </p:sp>
      <p:sp>
        <p:nvSpPr>
          <p:cNvPr id="3183" name="Rectangle: Rounded Corners 3182">
            <a:extLst>
              <a:ext uri="{FF2B5EF4-FFF2-40B4-BE49-F238E27FC236}">
                <a16:creationId xmlns:a16="http://schemas.microsoft.com/office/drawing/2014/main" id="{9B0FDA8E-5F68-1D1E-208E-7D68BB1B2445}"/>
              </a:ext>
            </a:extLst>
          </p:cNvPr>
          <p:cNvSpPr/>
          <p:nvPr/>
        </p:nvSpPr>
        <p:spPr>
          <a:xfrm>
            <a:off x="8369686" y="2192539"/>
            <a:ext cx="2607280" cy="4448448"/>
          </a:xfrm>
          <a:prstGeom prst="roundRect">
            <a:avLst>
              <a:gd name="adj" fmla="val 7781"/>
            </a:avLst>
          </a:prstGeom>
          <a:solidFill>
            <a:srgbClr val="FFFF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84" name="Freeform: Shape 3183">
            <a:extLst>
              <a:ext uri="{FF2B5EF4-FFF2-40B4-BE49-F238E27FC236}">
                <a16:creationId xmlns:a16="http://schemas.microsoft.com/office/drawing/2014/main" id="{8A27B55C-90D1-BC02-A0C7-FD9A0ECD4D65}"/>
              </a:ext>
            </a:extLst>
          </p:cNvPr>
          <p:cNvSpPr/>
          <p:nvPr/>
        </p:nvSpPr>
        <p:spPr>
          <a:xfrm>
            <a:off x="8557873" y="2213364"/>
            <a:ext cx="2354508" cy="469324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400" b="1" kern="1200" dirty="0"/>
              <a:t>CAPACITY: BoC BI Self-service</a:t>
            </a:r>
            <a:br>
              <a:rPr lang="en-CA" sz="1400" b="1" kern="1200" dirty="0"/>
            </a:br>
            <a:r>
              <a:rPr lang="en-CA" sz="1200" kern="1200" dirty="0"/>
              <a:t>(SaaS Shared Capacity)</a:t>
            </a:r>
            <a:endParaRPr lang="en-CA" sz="1400" b="1" kern="1200" dirty="0"/>
          </a:p>
        </p:txBody>
      </p:sp>
      <p:pic>
        <p:nvPicPr>
          <p:cNvPr id="3186" name="Graphic 3185" descr="Folder with solid fill">
            <a:extLst>
              <a:ext uri="{FF2B5EF4-FFF2-40B4-BE49-F238E27FC236}">
                <a16:creationId xmlns:a16="http://schemas.microsoft.com/office/drawing/2014/main" id="{7460D9F5-05B1-8B57-1391-AEF7D45437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08027" y="5946900"/>
            <a:ext cx="459185" cy="524569"/>
          </a:xfrm>
          <a:prstGeom prst="rect">
            <a:avLst/>
          </a:prstGeom>
        </p:spPr>
      </p:pic>
      <p:sp>
        <p:nvSpPr>
          <p:cNvPr id="1027" name="Freeform: Shape 1026">
            <a:extLst>
              <a:ext uri="{FF2B5EF4-FFF2-40B4-BE49-F238E27FC236}">
                <a16:creationId xmlns:a16="http://schemas.microsoft.com/office/drawing/2014/main" id="{122925DD-96AC-9A24-B615-098F9AF58023}"/>
              </a:ext>
            </a:extLst>
          </p:cNvPr>
          <p:cNvSpPr/>
          <p:nvPr/>
        </p:nvSpPr>
        <p:spPr>
          <a:xfrm>
            <a:off x="9070186" y="6333147"/>
            <a:ext cx="1408992" cy="332481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400" b="1" kern="1200" dirty="0"/>
              <a:t>SaaS Data storage</a:t>
            </a:r>
          </a:p>
        </p:txBody>
      </p:sp>
      <p:cxnSp>
        <p:nvCxnSpPr>
          <p:cNvPr id="1044" name="Straight Arrow Connector 37">
            <a:extLst>
              <a:ext uri="{FF2B5EF4-FFF2-40B4-BE49-F238E27FC236}">
                <a16:creationId xmlns:a16="http://schemas.microsoft.com/office/drawing/2014/main" id="{D3CC4E21-0A0A-C5D8-BD01-97A499AF29EB}"/>
              </a:ext>
            </a:extLst>
          </p:cNvPr>
          <p:cNvCxnSpPr>
            <a:cxnSpLocks/>
            <a:stCxn id="50" idx="3"/>
            <a:endCxn id="3183" idx="0"/>
          </p:cNvCxnSpPr>
          <p:nvPr/>
        </p:nvCxnSpPr>
        <p:spPr>
          <a:xfrm>
            <a:off x="9204995" y="1922665"/>
            <a:ext cx="468331" cy="26987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TextBox 1047">
            <a:extLst>
              <a:ext uri="{FF2B5EF4-FFF2-40B4-BE49-F238E27FC236}">
                <a16:creationId xmlns:a16="http://schemas.microsoft.com/office/drawing/2014/main" id="{4483A89D-F891-E624-D9D3-018DB42DFA11}"/>
              </a:ext>
            </a:extLst>
          </p:cNvPr>
          <p:cNvSpPr txBox="1"/>
          <p:nvPr/>
        </p:nvSpPr>
        <p:spPr>
          <a:xfrm>
            <a:off x="2233181" y="889199"/>
            <a:ext cx="8639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SEPARATE Capacities based on type of Data, Business Process and client needs</a:t>
            </a:r>
            <a:endParaRPr lang="en-CA" sz="2000" dirty="0"/>
          </a:p>
        </p:txBody>
      </p: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6C39C934-198E-C73C-E785-D2999CDD93C0}"/>
              </a:ext>
            </a:extLst>
          </p:cNvPr>
          <p:cNvGrpSpPr/>
          <p:nvPr/>
        </p:nvGrpSpPr>
        <p:grpSpPr>
          <a:xfrm>
            <a:off x="8517931" y="5038372"/>
            <a:ext cx="2354507" cy="908528"/>
            <a:chOff x="8885617" y="2853359"/>
            <a:chExt cx="2354507" cy="908528"/>
          </a:xfrm>
        </p:grpSpPr>
        <p:sp>
          <p:nvSpPr>
            <p:cNvPr id="1030" name="Rectangle: Rounded Corners 1029">
              <a:extLst>
                <a:ext uri="{FF2B5EF4-FFF2-40B4-BE49-F238E27FC236}">
                  <a16:creationId xmlns:a16="http://schemas.microsoft.com/office/drawing/2014/main" id="{7BBACEB3-C3D0-73FC-202C-AD115B295A41}"/>
                </a:ext>
              </a:extLst>
            </p:cNvPr>
            <p:cNvSpPr/>
            <p:nvPr/>
          </p:nvSpPr>
          <p:spPr>
            <a:xfrm>
              <a:off x="8885617" y="2853359"/>
              <a:ext cx="2354507" cy="908528"/>
            </a:xfrm>
            <a:prstGeom prst="roundRect">
              <a:avLst>
                <a:gd name="adj" fmla="val 4355"/>
              </a:avLst>
            </a:prstGeom>
            <a:solidFill>
              <a:schemeClr val="accent2">
                <a:lumMod val="75000"/>
              </a:schemeClr>
            </a:solidFill>
            <a:ln w="28575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CA" sz="1200" b="1" dirty="0">
                  <a:solidFill>
                    <a:schemeClr val="bg1"/>
                  </a:solidFill>
                </a:rPr>
                <a:t>Self-serve Business User Domain</a:t>
              </a:r>
            </a:p>
          </p:txBody>
        </p:sp>
        <p:grpSp>
          <p:nvGrpSpPr>
            <p:cNvPr id="3188" name="Group 3187">
              <a:extLst>
                <a:ext uri="{FF2B5EF4-FFF2-40B4-BE49-F238E27FC236}">
                  <a16:creationId xmlns:a16="http://schemas.microsoft.com/office/drawing/2014/main" id="{F2225CFD-75B9-65B0-6B6C-D8294A5575E4}"/>
                </a:ext>
              </a:extLst>
            </p:cNvPr>
            <p:cNvGrpSpPr/>
            <p:nvPr/>
          </p:nvGrpSpPr>
          <p:grpSpPr>
            <a:xfrm>
              <a:off x="9287220" y="3133390"/>
              <a:ext cx="1306139" cy="551240"/>
              <a:chOff x="8257236" y="2358818"/>
              <a:chExt cx="1416435" cy="745959"/>
            </a:xfrm>
          </p:grpSpPr>
          <p:sp>
            <p:nvSpPr>
              <p:cNvPr id="3189" name="Rectangle: Rounded Corners 3188">
                <a:extLst>
                  <a:ext uri="{FF2B5EF4-FFF2-40B4-BE49-F238E27FC236}">
                    <a16:creationId xmlns:a16="http://schemas.microsoft.com/office/drawing/2014/main" id="{60465060-4EF5-FA9E-1C0A-A4CC5EA017C0}"/>
                  </a:ext>
                </a:extLst>
              </p:cNvPr>
              <p:cNvSpPr/>
              <p:nvPr/>
            </p:nvSpPr>
            <p:spPr>
              <a:xfrm>
                <a:off x="8472989" y="2358818"/>
                <a:ext cx="1200682" cy="664436"/>
              </a:xfrm>
              <a:prstGeom prst="roundRect">
                <a:avLst>
                  <a:gd name="adj" fmla="val 4355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90" name="Rectangle: Rounded Corners 3189">
                <a:extLst>
                  <a:ext uri="{FF2B5EF4-FFF2-40B4-BE49-F238E27FC236}">
                    <a16:creationId xmlns:a16="http://schemas.microsoft.com/office/drawing/2014/main" id="{B1DC228B-C205-A3EC-1969-4F820376E081}"/>
                  </a:ext>
                </a:extLst>
              </p:cNvPr>
              <p:cNvSpPr/>
              <p:nvPr/>
            </p:nvSpPr>
            <p:spPr>
              <a:xfrm>
                <a:off x="8257236" y="2429908"/>
                <a:ext cx="1266120" cy="674869"/>
              </a:xfrm>
              <a:prstGeom prst="roundRect">
                <a:avLst>
                  <a:gd name="adj" fmla="val 4355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CA" sz="1000" b="1" dirty="0">
                    <a:solidFill>
                      <a:schemeClr val="tx1"/>
                    </a:solidFill>
                  </a:rPr>
                  <a:t>Workspaces</a:t>
                </a:r>
              </a:p>
            </p:txBody>
          </p:sp>
          <p:pic>
            <p:nvPicPr>
              <p:cNvPr id="3197" name="Picture 14" descr="Paginated Report">
                <a:extLst>
                  <a:ext uri="{FF2B5EF4-FFF2-40B4-BE49-F238E27FC236}">
                    <a16:creationId xmlns:a16="http://schemas.microsoft.com/office/drawing/2014/main" id="{A018D010-7803-7101-A3D1-683BBAD7C5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83629" y="2707914"/>
                <a:ext cx="189360" cy="2703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7ECE42D7-360E-A3A9-4DDF-5FD28D0D0C8C}"/>
                  </a:ext>
                </a:extLst>
              </p:cNvPr>
              <p:cNvSpPr/>
              <p:nvPr/>
            </p:nvSpPr>
            <p:spPr>
              <a:xfrm>
                <a:off x="8482221" y="2683954"/>
                <a:ext cx="1014344" cy="380062"/>
              </a:xfrm>
              <a:custGeom>
                <a:avLst/>
                <a:gdLst>
                  <a:gd name="connsiteX0" fmla="*/ 0 w 1550487"/>
                  <a:gd name="connsiteY0" fmla="*/ 0 h 496155"/>
                  <a:gd name="connsiteX1" fmla="*/ 1550487 w 1550487"/>
                  <a:gd name="connsiteY1" fmla="*/ 0 h 496155"/>
                  <a:gd name="connsiteX2" fmla="*/ 1550487 w 1550487"/>
                  <a:gd name="connsiteY2" fmla="*/ 496155 h 496155"/>
                  <a:gd name="connsiteX3" fmla="*/ 0 w 1550487"/>
                  <a:gd name="connsiteY3" fmla="*/ 496155 h 496155"/>
                  <a:gd name="connsiteX4" fmla="*/ 0 w 1550487"/>
                  <a:gd name="connsiteY4" fmla="*/ 0 h 49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0487" h="496155">
                    <a:moveTo>
                      <a:pt x="0" y="0"/>
                    </a:moveTo>
                    <a:lnTo>
                      <a:pt x="1550487" y="0"/>
                    </a:lnTo>
                    <a:lnTo>
                      <a:pt x="1550487" y="496155"/>
                    </a:lnTo>
                    <a:lnTo>
                      <a:pt x="0" y="49615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sp3d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795" tIns="10795" rIns="10795" bIns="10795" numCol="1" spcCol="1270" anchor="ctr" anchorCtr="0">
                <a:noAutofit/>
              </a:bodyPr>
              <a:lstStyle/>
              <a:p>
                <a:pPr marL="0" lvl="0" indent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CA" sz="1000" kern="1200" dirty="0"/>
                  <a:t>BI data &amp; reports</a:t>
                </a:r>
              </a:p>
            </p:txBody>
          </p:sp>
        </p:grpSp>
      </p:grpSp>
      <p:sp>
        <p:nvSpPr>
          <p:cNvPr id="3137" name="Cylinder 3136">
            <a:extLst>
              <a:ext uri="{FF2B5EF4-FFF2-40B4-BE49-F238E27FC236}">
                <a16:creationId xmlns:a16="http://schemas.microsoft.com/office/drawing/2014/main" id="{3928F1B9-87CA-C0F7-39AB-EC93B6543452}"/>
              </a:ext>
            </a:extLst>
          </p:cNvPr>
          <p:cNvSpPr/>
          <p:nvPr/>
        </p:nvSpPr>
        <p:spPr>
          <a:xfrm>
            <a:off x="9673891" y="6140194"/>
            <a:ext cx="132890" cy="179209"/>
          </a:xfrm>
          <a:prstGeom prst="ca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17" name="Rectangle: Rounded Corners 3116">
            <a:extLst>
              <a:ext uri="{FF2B5EF4-FFF2-40B4-BE49-F238E27FC236}">
                <a16:creationId xmlns:a16="http://schemas.microsoft.com/office/drawing/2014/main" id="{9792A9AB-03B5-E9E9-061C-5CFB65A77C8F}"/>
              </a:ext>
            </a:extLst>
          </p:cNvPr>
          <p:cNvSpPr/>
          <p:nvPr/>
        </p:nvSpPr>
        <p:spPr>
          <a:xfrm>
            <a:off x="1493974" y="3904439"/>
            <a:ext cx="9385132" cy="1067263"/>
          </a:xfrm>
          <a:prstGeom prst="roundRect">
            <a:avLst>
              <a:gd name="adj" fmla="val 4355"/>
            </a:avLst>
          </a:prstGeom>
          <a:solidFill>
            <a:schemeClr val="accent6">
              <a:lumMod val="20000"/>
              <a:lumOff val="80000"/>
              <a:alpha val="88000"/>
            </a:schemeClr>
          </a:solidFill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200" b="1" dirty="0">
                <a:solidFill>
                  <a:schemeClr val="tx1"/>
                </a:solidFill>
              </a:rPr>
              <a:t>CA Business User Domain</a:t>
            </a:r>
          </a:p>
        </p:txBody>
      </p:sp>
      <p:sp>
        <p:nvSpPr>
          <p:cNvPr id="3148" name="Rectangle: Rounded Corners 3147">
            <a:extLst>
              <a:ext uri="{FF2B5EF4-FFF2-40B4-BE49-F238E27FC236}">
                <a16:creationId xmlns:a16="http://schemas.microsoft.com/office/drawing/2014/main" id="{D66492C9-D095-F649-47DC-635FFF072AFE}"/>
              </a:ext>
            </a:extLst>
          </p:cNvPr>
          <p:cNvSpPr/>
          <p:nvPr/>
        </p:nvSpPr>
        <p:spPr>
          <a:xfrm>
            <a:off x="4375165" y="2243395"/>
            <a:ext cx="3120856" cy="3422921"/>
          </a:xfrm>
          <a:prstGeom prst="roundRect">
            <a:avLst>
              <a:gd name="adj" fmla="val 7781"/>
            </a:avLst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4B32F40-4A43-BFA3-4F53-BDF35B86D8A7}"/>
              </a:ext>
            </a:extLst>
          </p:cNvPr>
          <p:cNvSpPr/>
          <p:nvPr/>
        </p:nvSpPr>
        <p:spPr>
          <a:xfrm>
            <a:off x="4888864" y="3902075"/>
            <a:ext cx="2443579" cy="1253597"/>
          </a:xfrm>
          <a:prstGeom prst="roundRect">
            <a:avLst>
              <a:gd name="adj" fmla="val 4355"/>
            </a:avLst>
          </a:prstGeom>
          <a:solidFill>
            <a:srgbClr val="FFC000">
              <a:alpha val="88000"/>
            </a:srgbClr>
          </a:solidFill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200" b="1" dirty="0">
                <a:solidFill>
                  <a:schemeClr val="tx1"/>
                </a:solidFill>
              </a:rPr>
              <a:t>AE Business User Domain 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2815B01-CD32-5296-60B5-C06B38D161C9}"/>
              </a:ext>
            </a:extLst>
          </p:cNvPr>
          <p:cNvGrpSpPr/>
          <p:nvPr/>
        </p:nvGrpSpPr>
        <p:grpSpPr>
          <a:xfrm>
            <a:off x="5529927" y="4251570"/>
            <a:ext cx="1199150" cy="690106"/>
            <a:chOff x="8423681" y="3504959"/>
            <a:chExt cx="1227789" cy="1257726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D7435B4D-296A-465C-054C-0F7C178314EA}"/>
                </a:ext>
              </a:extLst>
            </p:cNvPr>
            <p:cNvSpPr/>
            <p:nvPr/>
          </p:nvSpPr>
          <p:spPr>
            <a:xfrm>
              <a:off x="8423681" y="3536355"/>
              <a:ext cx="1078459" cy="1226330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A9E30D10-4950-6DCF-AAC3-AF706DC2ECFD}"/>
                </a:ext>
              </a:extLst>
            </p:cNvPr>
            <p:cNvSpPr/>
            <p:nvPr/>
          </p:nvSpPr>
          <p:spPr>
            <a:xfrm>
              <a:off x="8509291" y="3504959"/>
              <a:ext cx="1142179" cy="1181116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CA" sz="1000" b="1" dirty="0">
                  <a:solidFill>
                    <a:schemeClr val="tx1"/>
                  </a:solidFill>
                </a:rPr>
                <a:t>Workspaces</a:t>
              </a:r>
            </a:p>
          </p:txBody>
        </p:sp>
        <p:pic>
          <p:nvPicPr>
            <p:cNvPr id="54" name="Picture 6" descr="All Microsoft Fabric icons for diagramming - Sam Debruyn">
              <a:extLst>
                <a:ext uri="{FF2B5EF4-FFF2-40B4-BE49-F238E27FC236}">
                  <a16:creationId xmlns:a16="http://schemas.microsoft.com/office/drawing/2014/main" id="{D7B726AF-44F5-609E-CF46-B71ACF6D53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7029" y="3871332"/>
              <a:ext cx="179599" cy="185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970A7DA-CC16-4688-8CDD-0074A0066F47}"/>
                </a:ext>
              </a:extLst>
            </p:cNvPr>
            <p:cNvSpPr/>
            <p:nvPr/>
          </p:nvSpPr>
          <p:spPr>
            <a:xfrm>
              <a:off x="8800319" y="3891589"/>
              <a:ext cx="608428" cy="210716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900" kern="1200" dirty="0" err="1"/>
                <a:t>lakehouse</a:t>
              </a:r>
              <a:endParaRPr lang="en-CA" sz="900" kern="1200" dirty="0"/>
            </a:p>
          </p:txBody>
        </p:sp>
        <p:pic>
          <p:nvPicPr>
            <p:cNvPr id="57" name="Picture 8" descr="All Microsoft Fabric icons for diagramming - Sam Debruyn">
              <a:extLst>
                <a:ext uri="{FF2B5EF4-FFF2-40B4-BE49-F238E27FC236}">
                  <a16:creationId xmlns:a16="http://schemas.microsoft.com/office/drawing/2014/main" id="{9F371C86-5D21-765F-D29F-A9987881E7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3515" y="4083291"/>
              <a:ext cx="203113" cy="2396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6DBBFCC-786B-6D0D-5D11-611569A89571}"/>
                </a:ext>
              </a:extLst>
            </p:cNvPr>
            <p:cNvSpPr/>
            <p:nvPr/>
          </p:nvSpPr>
          <p:spPr>
            <a:xfrm>
              <a:off x="8800361" y="4129583"/>
              <a:ext cx="608428" cy="210716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900" kern="1200" dirty="0"/>
                <a:t>warehouse</a:t>
              </a:r>
            </a:p>
          </p:txBody>
        </p:sp>
        <p:pic>
          <p:nvPicPr>
            <p:cNvPr id="59" name="Picture 14" descr="Paginated Report">
              <a:extLst>
                <a:ext uri="{FF2B5EF4-FFF2-40B4-BE49-F238E27FC236}">
                  <a16:creationId xmlns:a16="http://schemas.microsoft.com/office/drawing/2014/main" id="{F0499ABD-F0A0-776A-E6FA-33BE978EA1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42953" y="4367151"/>
              <a:ext cx="248806" cy="256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590B99AB-CE24-42EE-D746-2B23E48CB166}"/>
                </a:ext>
              </a:extLst>
            </p:cNvPr>
            <p:cNvSpPr/>
            <p:nvPr/>
          </p:nvSpPr>
          <p:spPr>
            <a:xfrm>
              <a:off x="8838374" y="4392509"/>
              <a:ext cx="646528" cy="210716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900" kern="1200" dirty="0"/>
                <a:t>BI report</a:t>
              </a:r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0900EE-C35D-74FA-D446-E55B45BF09E2}"/>
              </a:ext>
            </a:extLst>
          </p:cNvPr>
          <p:cNvSpPr/>
          <p:nvPr/>
        </p:nvSpPr>
        <p:spPr>
          <a:xfrm>
            <a:off x="4992310" y="2778320"/>
            <a:ext cx="5880128" cy="1028710"/>
          </a:xfrm>
          <a:prstGeom prst="roundRect">
            <a:avLst>
              <a:gd name="adj" fmla="val 4355"/>
            </a:avLst>
          </a:prstGeom>
          <a:solidFill>
            <a:schemeClr val="accent6">
              <a:lumMod val="50000"/>
              <a:alpha val="50000"/>
            </a:schemeClr>
          </a:solidFill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200" b="1" dirty="0">
                <a:solidFill>
                  <a:schemeClr val="bg1"/>
                </a:solidFill>
              </a:rPr>
              <a:t>AE Business User Domain</a:t>
            </a:r>
          </a:p>
        </p:txBody>
      </p:sp>
      <p:sp>
        <p:nvSpPr>
          <p:cNvPr id="3149" name="Freeform: Shape 3148">
            <a:extLst>
              <a:ext uri="{FF2B5EF4-FFF2-40B4-BE49-F238E27FC236}">
                <a16:creationId xmlns:a16="http://schemas.microsoft.com/office/drawing/2014/main" id="{2CFAD695-0304-60C0-9ABD-D7278D00E801}"/>
              </a:ext>
            </a:extLst>
          </p:cNvPr>
          <p:cNvSpPr/>
          <p:nvPr/>
        </p:nvSpPr>
        <p:spPr>
          <a:xfrm>
            <a:off x="4499586" y="2261012"/>
            <a:ext cx="3088991" cy="469324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400" b="1" kern="1200" dirty="0"/>
              <a:t>CAPACITY : Analytical Environment </a:t>
            </a:r>
            <a:br>
              <a:rPr lang="en-CA" sz="1400" b="1" kern="1200" dirty="0"/>
            </a:br>
            <a:r>
              <a:rPr lang="en-CA" sz="1200" kern="1200" dirty="0"/>
              <a:t>(</a:t>
            </a:r>
            <a:r>
              <a:rPr lang="en-CA" sz="1200" dirty="0"/>
              <a:t>F-128 SKU)</a:t>
            </a:r>
            <a:r>
              <a:rPr lang="en-CA" sz="1400" b="1" kern="1200" dirty="0"/>
              <a:t> </a:t>
            </a:r>
          </a:p>
        </p:txBody>
      </p:sp>
      <p:cxnSp>
        <p:nvCxnSpPr>
          <p:cNvPr id="55" name="Straight Arrow Connector 37">
            <a:extLst>
              <a:ext uri="{FF2B5EF4-FFF2-40B4-BE49-F238E27FC236}">
                <a16:creationId xmlns:a16="http://schemas.microsoft.com/office/drawing/2014/main" id="{D7DA0DA5-5BAB-03C9-33F1-ADBFF1A27220}"/>
              </a:ext>
            </a:extLst>
          </p:cNvPr>
          <p:cNvCxnSpPr>
            <a:cxnSpLocks/>
            <a:endCxn id="3148" idx="0"/>
          </p:cNvCxnSpPr>
          <p:nvPr/>
        </p:nvCxnSpPr>
        <p:spPr>
          <a:xfrm flipH="1">
            <a:off x="5935593" y="2082203"/>
            <a:ext cx="80654" cy="1611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E64528-8624-CD7B-DB34-4C89BE2BA30F}"/>
              </a:ext>
            </a:extLst>
          </p:cNvPr>
          <p:cNvGrpSpPr/>
          <p:nvPr/>
        </p:nvGrpSpPr>
        <p:grpSpPr>
          <a:xfrm>
            <a:off x="5486004" y="3050805"/>
            <a:ext cx="1205145" cy="711347"/>
            <a:chOff x="8423681" y="3504959"/>
            <a:chExt cx="1227789" cy="125772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0A48BF6-FBAC-2FC1-04F5-5B75901AB250}"/>
                </a:ext>
              </a:extLst>
            </p:cNvPr>
            <p:cNvSpPr/>
            <p:nvPr/>
          </p:nvSpPr>
          <p:spPr>
            <a:xfrm>
              <a:off x="8423681" y="3536355"/>
              <a:ext cx="1078459" cy="1226330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F1D8B0B-DEA6-A0AB-2B5E-3960FD97A940}"/>
                </a:ext>
              </a:extLst>
            </p:cNvPr>
            <p:cNvSpPr/>
            <p:nvPr/>
          </p:nvSpPr>
          <p:spPr>
            <a:xfrm>
              <a:off x="8509291" y="3504959"/>
              <a:ext cx="1142179" cy="1181116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CA" sz="1000" b="1" dirty="0">
                  <a:solidFill>
                    <a:schemeClr val="tx1"/>
                  </a:solidFill>
                </a:rPr>
                <a:t>Workspaces</a:t>
              </a:r>
            </a:p>
          </p:txBody>
        </p:sp>
        <p:pic>
          <p:nvPicPr>
            <p:cNvPr id="17" name="Picture 6" descr="All Microsoft Fabric icons for diagramming - Sam Debruyn">
              <a:extLst>
                <a:ext uri="{FF2B5EF4-FFF2-40B4-BE49-F238E27FC236}">
                  <a16:creationId xmlns:a16="http://schemas.microsoft.com/office/drawing/2014/main" id="{C07541B9-63D4-5C68-2A44-4FDAD4D2F7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7029" y="3871332"/>
              <a:ext cx="179599" cy="185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34C1B6C-632A-6920-3CD2-3053DFEF38C4}"/>
                </a:ext>
              </a:extLst>
            </p:cNvPr>
            <p:cNvSpPr/>
            <p:nvPr/>
          </p:nvSpPr>
          <p:spPr>
            <a:xfrm>
              <a:off x="8800319" y="3891589"/>
              <a:ext cx="608428" cy="210716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900" kern="1200" dirty="0" err="1"/>
                <a:t>lakehouse</a:t>
              </a:r>
              <a:endParaRPr lang="en-CA" sz="900" kern="1200" dirty="0"/>
            </a:p>
          </p:txBody>
        </p:sp>
        <p:pic>
          <p:nvPicPr>
            <p:cNvPr id="21" name="Picture 8" descr="All Microsoft Fabric icons for diagramming - Sam Debruyn">
              <a:extLst>
                <a:ext uri="{FF2B5EF4-FFF2-40B4-BE49-F238E27FC236}">
                  <a16:creationId xmlns:a16="http://schemas.microsoft.com/office/drawing/2014/main" id="{B9A5230E-26D5-0B48-EF36-C51E5C6FA4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3515" y="4083291"/>
              <a:ext cx="203113" cy="2396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C612200-73BA-2A69-9636-BD2EB745BEBB}"/>
                </a:ext>
              </a:extLst>
            </p:cNvPr>
            <p:cNvSpPr/>
            <p:nvPr/>
          </p:nvSpPr>
          <p:spPr>
            <a:xfrm>
              <a:off x="8800361" y="4129583"/>
              <a:ext cx="608428" cy="210716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900" kern="1200" dirty="0"/>
                <a:t>warehouse</a:t>
              </a:r>
            </a:p>
          </p:txBody>
        </p:sp>
        <p:pic>
          <p:nvPicPr>
            <p:cNvPr id="28" name="Picture 14" descr="Paginated Report">
              <a:extLst>
                <a:ext uri="{FF2B5EF4-FFF2-40B4-BE49-F238E27FC236}">
                  <a16:creationId xmlns:a16="http://schemas.microsoft.com/office/drawing/2014/main" id="{869B078B-9023-9520-6129-4F7E8D1408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42953" y="4367151"/>
              <a:ext cx="248806" cy="256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FD4AF31-CCD4-2197-E26C-2689AEA913A2}"/>
                </a:ext>
              </a:extLst>
            </p:cNvPr>
            <p:cNvSpPr/>
            <p:nvPr/>
          </p:nvSpPr>
          <p:spPr>
            <a:xfrm>
              <a:off x="8838374" y="4392509"/>
              <a:ext cx="646528" cy="210716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900" kern="1200" dirty="0"/>
                <a:t>BI report</a:t>
              </a: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07C9F1-14D7-D6E5-410F-716B09973299}"/>
              </a:ext>
            </a:extLst>
          </p:cNvPr>
          <p:cNvSpPr/>
          <p:nvPr/>
        </p:nvSpPr>
        <p:spPr>
          <a:xfrm>
            <a:off x="8873506" y="2959733"/>
            <a:ext cx="1463081" cy="689244"/>
          </a:xfrm>
          <a:prstGeom prst="roundRect">
            <a:avLst>
              <a:gd name="adj" fmla="val 435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1050" b="1" dirty="0">
                <a:solidFill>
                  <a:schemeClr val="tx1"/>
                </a:solidFill>
              </a:rPr>
              <a:t>Workspaces</a:t>
            </a:r>
          </a:p>
        </p:txBody>
      </p:sp>
      <p:pic>
        <p:nvPicPr>
          <p:cNvPr id="10" name="Picture 14" descr="Paginated Report">
            <a:extLst>
              <a:ext uri="{FF2B5EF4-FFF2-40B4-BE49-F238E27FC236}">
                <a16:creationId xmlns:a16="http://schemas.microsoft.com/office/drawing/2014/main" id="{890BBCD9-F391-FD59-6410-AD665DDF8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1132" y="3311423"/>
            <a:ext cx="204609" cy="16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EC87462-04D6-BFE7-A85A-8B71354923E7}"/>
              </a:ext>
            </a:extLst>
          </p:cNvPr>
          <p:cNvSpPr/>
          <p:nvPr/>
        </p:nvSpPr>
        <p:spPr>
          <a:xfrm>
            <a:off x="9145190" y="3260123"/>
            <a:ext cx="1119659" cy="262405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000" kern="1200" dirty="0"/>
              <a:t>BI data and reports</a:t>
            </a:r>
          </a:p>
        </p:txBody>
      </p:sp>
      <p:grpSp>
        <p:nvGrpSpPr>
          <p:cNvPr id="3160" name="Group 3159">
            <a:extLst>
              <a:ext uri="{FF2B5EF4-FFF2-40B4-BE49-F238E27FC236}">
                <a16:creationId xmlns:a16="http://schemas.microsoft.com/office/drawing/2014/main" id="{B5D9A567-323B-5A5A-0F67-3F5741178F59}"/>
              </a:ext>
            </a:extLst>
          </p:cNvPr>
          <p:cNvGrpSpPr/>
          <p:nvPr/>
        </p:nvGrpSpPr>
        <p:grpSpPr>
          <a:xfrm>
            <a:off x="2241693" y="4215111"/>
            <a:ext cx="1309057" cy="696833"/>
            <a:chOff x="8509291" y="3416089"/>
            <a:chExt cx="1340319" cy="1269986"/>
          </a:xfrm>
        </p:grpSpPr>
        <p:sp>
          <p:nvSpPr>
            <p:cNvPr id="3161" name="Rectangle: Rounded Corners 3160">
              <a:extLst>
                <a:ext uri="{FF2B5EF4-FFF2-40B4-BE49-F238E27FC236}">
                  <a16:creationId xmlns:a16="http://schemas.microsoft.com/office/drawing/2014/main" id="{79FD3B81-1798-E0B1-81D2-6131A6B685E1}"/>
                </a:ext>
              </a:extLst>
            </p:cNvPr>
            <p:cNvSpPr/>
            <p:nvPr/>
          </p:nvSpPr>
          <p:spPr>
            <a:xfrm>
              <a:off x="8771151" y="3416089"/>
              <a:ext cx="1078459" cy="1226330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sp>
          <p:nvSpPr>
            <p:cNvPr id="3166" name="Rectangle: Rounded Corners 3165">
              <a:extLst>
                <a:ext uri="{FF2B5EF4-FFF2-40B4-BE49-F238E27FC236}">
                  <a16:creationId xmlns:a16="http://schemas.microsoft.com/office/drawing/2014/main" id="{008DAEA8-9A91-00A3-3C8E-01B2C9A2BA38}"/>
                </a:ext>
              </a:extLst>
            </p:cNvPr>
            <p:cNvSpPr/>
            <p:nvPr/>
          </p:nvSpPr>
          <p:spPr>
            <a:xfrm>
              <a:off x="8509291" y="3504959"/>
              <a:ext cx="1142179" cy="1181116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CA" sz="1000" b="1" dirty="0">
                  <a:solidFill>
                    <a:schemeClr val="tx1"/>
                  </a:solidFill>
                </a:rPr>
                <a:t>Workspaces</a:t>
              </a:r>
            </a:p>
          </p:txBody>
        </p:sp>
        <p:pic>
          <p:nvPicPr>
            <p:cNvPr id="3167" name="Picture 6" descr="All Microsoft Fabric icons for diagramming - Sam Debruyn">
              <a:extLst>
                <a:ext uri="{FF2B5EF4-FFF2-40B4-BE49-F238E27FC236}">
                  <a16:creationId xmlns:a16="http://schemas.microsoft.com/office/drawing/2014/main" id="{CBB74B69-CF5D-B877-98AA-E29747ED9A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7029" y="3871332"/>
              <a:ext cx="179599" cy="185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69" name="Freeform: Shape 3168">
              <a:extLst>
                <a:ext uri="{FF2B5EF4-FFF2-40B4-BE49-F238E27FC236}">
                  <a16:creationId xmlns:a16="http://schemas.microsoft.com/office/drawing/2014/main" id="{FD1224D3-749E-9F1A-7D1C-DB3C4F2B680C}"/>
                </a:ext>
              </a:extLst>
            </p:cNvPr>
            <p:cNvSpPr/>
            <p:nvPr/>
          </p:nvSpPr>
          <p:spPr>
            <a:xfrm>
              <a:off x="8800319" y="3891589"/>
              <a:ext cx="608428" cy="210716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900" kern="1200" dirty="0" err="1"/>
                <a:t>lakehouse</a:t>
              </a:r>
              <a:endParaRPr lang="en-CA" sz="900" kern="1200" dirty="0"/>
            </a:p>
          </p:txBody>
        </p:sp>
        <p:pic>
          <p:nvPicPr>
            <p:cNvPr id="3171" name="Picture 8" descr="All Microsoft Fabric icons for diagramming - Sam Debruyn">
              <a:extLst>
                <a:ext uri="{FF2B5EF4-FFF2-40B4-BE49-F238E27FC236}">
                  <a16:creationId xmlns:a16="http://schemas.microsoft.com/office/drawing/2014/main" id="{F79F9376-A6B9-4AB7-6202-C9E51EF095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3515" y="4083291"/>
              <a:ext cx="203113" cy="2396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72" name="Freeform: Shape 3171">
              <a:extLst>
                <a:ext uri="{FF2B5EF4-FFF2-40B4-BE49-F238E27FC236}">
                  <a16:creationId xmlns:a16="http://schemas.microsoft.com/office/drawing/2014/main" id="{6808528B-BC4C-D5F0-09A2-A2D77699C92C}"/>
                </a:ext>
              </a:extLst>
            </p:cNvPr>
            <p:cNvSpPr/>
            <p:nvPr/>
          </p:nvSpPr>
          <p:spPr>
            <a:xfrm>
              <a:off x="8800361" y="4129583"/>
              <a:ext cx="608428" cy="210716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900" kern="1200" dirty="0"/>
                <a:t>warehouse</a:t>
              </a:r>
            </a:p>
          </p:txBody>
        </p:sp>
        <p:pic>
          <p:nvPicPr>
            <p:cNvPr id="3177" name="Picture 14" descr="Paginated Report">
              <a:extLst>
                <a:ext uri="{FF2B5EF4-FFF2-40B4-BE49-F238E27FC236}">
                  <a16:creationId xmlns:a16="http://schemas.microsoft.com/office/drawing/2014/main" id="{568D0FA6-F031-1B4D-DE7B-9AB09DEE34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42953" y="4367151"/>
              <a:ext cx="248806" cy="256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78" name="Freeform: Shape 3177">
              <a:extLst>
                <a:ext uri="{FF2B5EF4-FFF2-40B4-BE49-F238E27FC236}">
                  <a16:creationId xmlns:a16="http://schemas.microsoft.com/office/drawing/2014/main" id="{58F5E894-FF31-3999-5849-721A2C7E4E1B}"/>
                </a:ext>
              </a:extLst>
            </p:cNvPr>
            <p:cNvSpPr/>
            <p:nvPr/>
          </p:nvSpPr>
          <p:spPr>
            <a:xfrm>
              <a:off x="8838374" y="4392509"/>
              <a:ext cx="646528" cy="210716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900" kern="1200" dirty="0"/>
                <a:t>BI report</a:t>
              </a:r>
            </a:p>
          </p:txBody>
        </p:sp>
      </p:grpSp>
      <p:sp>
        <p:nvSpPr>
          <p:cNvPr id="3179" name="Rectangle: Rounded Corners 3178">
            <a:extLst>
              <a:ext uri="{FF2B5EF4-FFF2-40B4-BE49-F238E27FC236}">
                <a16:creationId xmlns:a16="http://schemas.microsoft.com/office/drawing/2014/main" id="{683FC893-F0FF-F0AA-7B50-01AD5695D493}"/>
              </a:ext>
            </a:extLst>
          </p:cNvPr>
          <p:cNvSpPr/>
          <p:nvPr/>
        </p:nvSpPr>
        <p:spPr>
          <a:xfrm>
            <a:off x="8873506" y="4074800"/>
            <a:ext cx="1463081" cy="689244"/>
          </a:xfrm>
          <a:prstGeom prst="roundRect">
            <a:avLst>
              <a:gd name="adj" fmla="val 435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1050" b="1" dirty="0">
                <a:solidFill>
                  <a:schemeClr val="tx1"/>
                </a:solidFill>
              </a:rPr>
              <a:t>Workspaces</a:t>
            </a:r>
          </a:p>
        </p:txBody>
      </p:sp>
      <p:pic>
        <p:nvPicPr>
          <p:cNvPr id="3180" name="Picture 14" descr="Paginated Report">
            <a:extLst>
              <a:ext uri="{FF2B5EF4-FFF2-40B4-BE49-F238E27FC236}">
                <a16:creationId xmlns:a16="http://schemas.microsoft.com/office/drawing/2014/main" id="{E93B82E0-7849-8DD9-55D4-EEF498330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1132" y="4426490"/>
            <a:ext cx="204609" cy="16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81" name="Freeform: Shape 3180">
            <a:extLst>
              <a:ext uri="{FF2B5EF4-FFF2-40B4-BE49-F238E27FC236}">
                <a16:creationId xmlns:a16="http://schemas.microsoft.com/office/drawing/2014/main" id="{E9003C5F-CE7E-6421-AA7C-92A2A94CEBC4}"/>
              </a:ext>
            </a:extLst>
          </p:cNvPr>
          <p:cNvSpPr/>
          <p:nvPr/>
        </p:nvSpPr>
        <p:spPr>
          <a:xfrm>
            <a:off x="9145190" y="4375190"/>
            <a:ext cx="1119659" cy="262405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000" kern="1200" dirty="0"/>
              <a:t>BI data and reports</a:t>
            </a:r>
          </a:p>
        </p:txBody>
      </p:sp>
      <p:sp>
        <p:nvSpPr>
          <p:cNvPr id="3145" name="Rectangle: Rounded Corners 3144">
            <a:extLst>
              <a:ext uri="{FF2B5EF4-FFF2-40B4-BE49-F238E27FC236}">
                <a16:creationId xmlns:a16="http://schemas.microsoft.com/office/drawing/2014/main" id="{9C8FAF03-E799-2A68-49CE-4C45B13B89C6}"/>
              </a:ext>
            </a:extLst>
          </p:cNvPr>
          <p:cNvSpPr/>
          <p:nvPr/>
        </p:nvSpPr>
        <p:spPr>
          <a:xfrm>
            <a:off x="1009500" y="5642666"/>
            <a:ext cx="6603205" cy="865642"/>
          </a:xfrm>
          <a:prstGeom prst="roundRect">
            <a:avLst>
              <a:gd name="adj" fmla="val 19003"/>
            </a:avLst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1600" b="1" dirty="0">
                <a:solidFill>
                  <a:schemeClr val="tx1"/>
                </a:solidFill>
              </a:rPr>
              <a:t>BOCAD </a:t>
            </a:r>
            <a:r>
              <a:rPr lang="en-CA" sz="1600" b="1" dirty="0" err="1">
                <a:solidFill>
                  <a:schemeClr val="tx1"/>
                </a:solidFill>
              </a:rPr>
              <a:t>OneLake</a:t>
            </a:r>
            <a:r>
              <a:rPr lang="en-CA" sz="1600" b="1" dirty="0">
                <a:solidFill>
                  <a:schemeClr val="tx1"/>
                </a:solidFill>
              </a:rPr>
              <a:t> data lake</a:t>
            </a:r>
          </a:p>
        </p:txBody>
      </p:sp>
      <p:grpSp>
        <p:nvGrpSpPr>
          <p:cNvPr id="3187" name="Group 3186">
            <a:extLst>
              <a:ext uri="{FF2B5EF4-FFF2-40B4-BE49-F238E27FC236}">
                <a16:creationId xmlns:a16="http://schemas.microsoft.com/office/drawing/2014/main" id="{AC65F535-8059-7ADB-0FD2-428614287B91}"/>
              </a:ext>
            </a:extLst>
          </p:cNvPr>
          <p:cNvGrpSpPr/>
          <p:nvPr/>
        </p:nvGrpSpPr>
        <p:grpSpPr>
          <a:xfrm>
            <a:off x="2174348" y="3067381"/>
            <a:ext cx="1327905" cy="677979"/>
            <a:chOff x="8509291" y="3450451"/>
            <a:chExt cx="1359622" cy="1235624"/>
          </a:xfrm>
        </p:grpSpPr>
        <p:sp>
          <p:nvSpPr>
            <p:cNvPr id="3191" name="Rectangle: Rounded Corners 3190">
              <a:extLst>
                <a:ext uri="{FF2B5EF4-FFF2-40B4-BE49-F238E27FC236}">
                  <a16:creationId xmlns:a16="http://schemas.microsoft.com/office/drawing/2014/main" id="{850275EF-3CE7-E66D-20B5-1446D8F071E8}"/>
                </a:ext>
              </a:extLst>
            </p:cNvPr>
            <p:cNvSpPr/>
            <p:nvPr/>
          </p:nvSpPr>
          <p:spPr>
            <a:xfrm>
              <a:off x="8790454" y="3450451"/>
              <a:ext cx="1078459" cy="1226329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600"/>
            </a:p>
          </p:txBody>
        </p:sp>
        <p:sp>
          <p:nvSpPr>
            <p:cNvPr id="3192" name="Rectangle: Rounded Corners 3191">
              <a:extLst>
                <a:ext uri="{FF2B5EF4-FFF2-40B4-BE49-F238E27FC236}">
                  <a16:creationId xmlns:a16="http://schemas.microsoft.com/office/drawing/2014/main" id="{9005D4D1-73DC-AB16-4F6B-34ABF5D7A5DA}"/>
                </a:ext>
              </a:extLst>
            </p:cNvPr>
            <p:cNvSpPr/>
            <p:nvPr/>
          </p:nvSpPr>
          <p:spPr>
            <a:xfrm>
              <a:off x="8509291" y="3504959"/>
              <a:ext cx="1142179" cy="1181116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CA" sz="1000" b="1" dirty="0">
                  <a:solidFill>
                    <a:schemeClr val="tx1"/>
                  </a:solidFill>
                </a:rPr>
                <a:t>Workspaces</a:t>
              </a:r>
            </a:p>
          </p:txBody>
        </p:sp>
        <p:pic>
          <p:nvPicPr>
            <p:cNvPr id="3193" name="Picture 6" descr="All Microsoft Fabric icons for diagramming - Sam Debruyn">
              <a:extLst>
                <a:ext uri="{FF2B5EF4-FFF2-40B4-BE49-F238E27FC236}">
                  <a16:creationId xmlns:a16="http://schemas.microsoft.com/office/drawing/2014/main" id="{1ADEDBC1-A0F4-47D6-B548-9F4D983829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7029" y="3871332"/>
              <a:ext cx="179599" cy="185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94" name="Freeform: Shape 3193">
              <a:extLst>
                <a:ext uri="{FF2B5EF4-FFF2-40B4-BE49-F238E27FC236}">
                  <a16:creationId xmlns:a16="http://schemas.microsoft.com/office/drawing/2014/main" id="{BF9A3BA2-B3CC-1FA2-0865-E9E63DEC8A2A}"/>
                </a:ext>
              </a:extLst>
            </p:cNvPr>
            <p:cNvSpPr/>
            <p:nvPr/>
          </p:nvSpPr>
          <p:spPr>
            <a:xfrm>
              <a:off x="8800319" y="3891589"/>
              <a:ext cx="608428" cy="210716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900" kern="1200" dirty="0" err="1"/>
                <a:t>lakehouse</a:t>
              </a:r>
              <a:endParaRPr lang="en-CA" sz="900" kern="1200" dirty="0"/>
            </a:p>
          </p:txBody>
        </p:sp>
        <p:pic>
          <p:nvPicPr>
            <p:cNvPr id="3195" name="Picture 8" descr="All Microsoft Fabric icons for diagramming - Sam Debruyn">
              <a:extLst>
                <a:ext uri="{FF2B5EF4-FFF2-40B4-BE49-F238E27FC236}">
                  <a16:creationId xmlns:a16="http://schemas.microsoft.com/office/drawing/2014/main" id="{FE014EFE-CA3C-EBC9-E2B8-CD9C14E4CA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3515" y="4083291"/>
              <a:ext cx="203113" cy="2396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96" name="Freeform: Shape 3195">
              <a:extLst>
                <a:ext uri="{FF2B5EF4-FFF2-40B4-BE49-F238E27FC236}">
                  <a16:creationId xmlns:a16="http://schemas.microsoft.com/office/drawing/2014/main" id="{5C1C67AC-9472-16E1-B154-7E2E57AA64D1}"/>
                </a:ext>
              </a:extLst>
            </p:cNvPr>
            <p:cNvSpPr/>
            <p:nvPr/>
          </p:nvSpPr>
          <p:spPr>
            <a:xfrm>
              <a:off x="8800361" y="4129583"/>
              <a:ext cx="608428" cy="210716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900" kern="1200" dirty="0"/>
                <a:t>warehouse</a:t>
              </a:r>
            </a:p>
          </p:txBody>
        </p:sp>
        <p:pic>
          <p:nvPicPr>
            <p:cNvPr id="1024" name="Picture 14" descr="Paginated Report">
              <a:extLst>
                <a:ext uri="{FF2B5EF4-FFF2-40B4-BE49-F238E27FC236}">
                  <a16:creationId xmlns:a16="http://schemas.microsoft.com/office/drawing/2014/main" id="{6120BD16-B666-94DA-58A1-AA6C1F3A2B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42953" y="4367151"/>
              <a:ext cx="248806" cy="256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32CFE9F4-8465-FC42-AAD1-6B28007CA90D}"/>
                </a:ext>
              </a:extLst>
            </p:cNvPr>
            <p:cNvSpPr/>
            <p:nvPr/>
          </p:nvSpPr>
          <p:spPr>
            <a:xfrm>
              <a:off x="8838374" y="4392509"/>
              <a:ext cx="646528" cy="210716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900" kern="1200" dirty="0"/>
                <a:t>BI report</a:t>
              </a:r>
            </a:p>
          </p:txBody>
        </p:sp>
      </p:grpSp>
      <p:pic>
        <p:nvPicPr>
          <p:cNvPr id="3141" name="Graphic 3140" descr="Folder with solid fill">
            <a:extLst>
              <a:ext uri="{FF2B5EF4-FFF2-40B4-BE49-F238E27FC236}">
                <a16:creationId xmlns:a16="http://schemas.microsoft.com/office/drawing/2014/main" id="{6F776E87-4F32-9A0F-7918-5FD8B98734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28919" y="5865532"/>
            <a:ext cx="641932" cy="641932"/>
          </a:xfrm>
          <a:prstGeom prst="rect">
            <a:avLst/>
          </a:prstGeom>
        </p:spPr>
      </p:pic>
      <p:pic>
        <p:nvPicPr>
          <p:cNvPr id="3144" name="Graphic 3143" descr="Folder with solid fill">
            <a:extLst>
              <a:ext uri="{FF2B5EF4-FFF2-40B4-BE49-F238E27FC236}">
                <a16:creationId xmlns:a16="http://schemas.microsoft.com/office/drawing/2014/main" id="{71653FDD-FD2F-5C7B-2EFA-273DFC3C7A7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72546" y="5854449"/>
            <a:ext cx="641932" cy="641932"/>
          </a:xfrm>
          <a:prstGeom prst="rect">
            <a:avLst/>
          </a:prstGeom>
        </p:spPr>
      </p:pic>
      <p:pic>
        <p:nvPicPr>
          <p:cNvPr id="3146" name="Graphic 3145" descr="Folder with solid fill">
            <a:extLst>
              <a:ext uri="{FF2B5EF4-FFF2-40B4-BE49-F238E27FC236}">
                <a16:creationId xmlns:a16="http://schemas.microsoft.com/office/drawing/2014/main" id="{2363DA35-0FE7-B1C7-6B32-FC60BF92FA1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31487" y="5839153"/>
            <a:ext cx="641932" cy="641932"/>
          </a:xfrm>
          <a:prstGeom prst="rect">
            <a:avLst/>
          </a:prstGeom>
        </p:spPr>
      </p:pic>
      <p:pic>
        <p:nvPicPr>
          <p:cNvPr id="3147" name="Graphic 3146" descr="Folder with solid fill">
            <a:extLst>
              <a:ext uri="{FF2B5EF4-FFF2-40B4-BE49-F238E27FC236}">
                <a16:creationId xmlns:a16="http://schemas.microsoft.com/office/drawing/2014/main" id="{CC0F3B2C-DB20-2CF5-6869-305EEFCE7AD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12818" y="5839153"/>
            <a:ext cx="641932" cy="641932"/>
          </a:xfrm>
          <a:prstGeom prst="rect">
            <a:avLst/>
          </a:prstGeom>
        </p:spPr>
      </p:pic>
      <p:sp>
        <p:nvSpPr>
          <p:cNvPr id="3173" name="Cylinder 3172">
            <a:extLst>
              <a:ext uri="{FF2B5EF4-FFF2-40B4-BE49-F238E27FC236}">
                <a16:creationId xmlns:a16="http://schemas.microsoft.com/office/drawing/2014/main" id="{87DB2049-C147-7629-BD0A-7EB714B157E3}"/>
              </a:ext>
            </a:extLst>
          </p:cNvPr>
          <p:cNvSpPr/>
          <p:nvPr/>
        </p:nvSpPr>
        <p:spPr>
          <a:xfrm>
            <a:off x="1783197" y="6110296"/>
            <a:ext cx="147779" cy="203459"/>
          </a:xfrm>
          <a:prstGeom prst="ca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74" name="Cylinder 3173">
            <a:extLst>
              <a:ext uri="{FF2B5EF4-FFF2-40B4-BE49-F238E27FC236}">
                <a16:creationId xmlns:a16="http://schemas.microsoft.com/office/drawing/2014/main" id="{08D924EA-FCE0-D981-4403-E73050AB7D06}"/>
              </a:ext>
            </a:extLst>
          </p:cNvPr>
          <p:cNvSpPr/>
          <p:nvPr/>
        </p:nvSpPr>
        <p:spPr>
          <a:xfrm>
            <a:off x="2788384" y="6101954"/>
            <a:ext cx="147779" cy="203459"/>
          </a:xfrm>
          <a:prstGeom prst="ca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75" name="Cylinder 3174">
            <a:extLst>
              <a:ext uri="{FF2B5EF4-FFF2-40B4-BE49-F238E27FC236}">
                <a16:creationId xmlns:a16="http://schemas.microsoft.com/office/drawing/2014/main" id="{4060837B-F978-67C9-0DE8-752A85A50FF8}"/>
              </a:ext>
            </a:extLst>
          </p:cNvPr>
          <p:cNvSpPr/>
          <p:nvPr/>
        </p:nvSpPr>
        <p:spPr>
          <a:xfrm>
            <a:off x="5660903" y="6095088"/>
            <a:ext cx="147779" cy="203459"/>
          </a:xfrm>
          <a:prstGeom prst="ca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76" name="Cylinder 3175">
            <a:extLst>
              <a:ext uri="{FF2B5EF4-FFF2-40B4-BE49-F238E27FC236}">
                <a16:creationId xmlns:a16="http://schemas.microsoft.com/office/drawing/2014/main" id="{0B229F87-F344-AE2A-599C-18C44CE50A4E}"/>
              </a:ext>
            </a:extLst>
          </p:cNvPr>
          <p:cNvSpPr/>
          <p:nvPr/>
        </p:nvSpPr>
        <p:spPr>
          <a:xfrm>
            <a:off x="6638185" y="6087917"/>
            <a:ext cx="147779" cy="203459"/>
          </a:xfrm>
          <a:prstGeom prst="ca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530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634F2B-06D0-910B-F457-D2D905D80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29" y="217013"/>
            <a:ext cx="10506456" cy="563195"/>
          </a:xfrm>
        </p:spPr>
        <p:txBody>
          <a:bodyPr anchor="t">
            <a:noAutofit/>
          </a:bodyPr>
          <a:lstStyle/>
          <a:p>
            <a:pPr algn="ctr"/>
            <a:r>
              <a:rPr lang="en-CA" sz="3600" i="0" dirty="0" err="1">
                <a:effectLst/>
                <a:latin typeface="Segoe UI" panose="020B0502040204020203" pitchFamily="34" charset="0"/>
              </a:rPr>
              <a:t>BoCAD</a:t>
            </a:r>
            <a:r>
              <a:rPr lang="en-CA" sz="3600" i="0" dirty="0">
                <a:effectLst/>
                <a:latin typeface="Segoe UI" panose="020B0502040204020203" pitchFamily="34" charset="0"/>
              </a:rPr>
              <a:t> Fabric Tenant Admins levels</a:t>
            </a:r>
            <a:endParaRPr lang="en-CA" sz="3600" dirty="0"/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C0F7C2E2-E4BA-1C54-6ECE-806FFBBB7D10}"/>
              </a:ext>
            </a:extLst>
          </p:cNvPr>
          <p:cNvSpPr txBox="1"/>
          <p:nvPr/>
        </p:nvSpPr>
        <p:spPr>
          <a:xfrm>
            <a:off x="242395" y="1095504"/>
            <a:ext cx="3859233" cy="1231106"/>
          </a:xfrm>
          <a:prstGeom prst="rect">
            <a:avLst/>
          </a:prstGeom>
          <a:solidFill>
            <a:srgbClr val="E1ECEA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b="1" dirty="0">
                <a:highlight>
                  <a:srgbClr val="E1ECEA"/>
                </a:highlight>
              </a:rPr>
              <a:t>Tenant Administration Level: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Configure and manage organization-wide settings for: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Fabric F Capacities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PBI Pro Capacity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PBI Tools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Manage PBI data gateways Infrastructure</a:t>
            </a:r>
          </a:p>
        </p:txBody>
      </p:sp>
      <p:sp>
        <p:nvSpPr>
          <p:cNvPr id="3183" name="Rectangle: Rounded Corners 3182">
            <a:extLst>
              <a:ext uri="{FF2B5EF4-FFF2-40B4-BE49-F238E27FC236}">
                <a16:creationId xmlns:a16="http://schemas.microsoft.com/office/drawing/2014/main" id="{9B0FDA8E-5F68-1D1E-208E-7D68BB1B2445}"/>
              </a:ext>
            </a:extLst>
          </p:cNvPr>
          <p:cNvSpPr/>
          <p:nvPr/>
        </p:nvSpPr>
        <p:spPr>
          <a:xfrm>
            <a:off x="7308756" y="5172513"/>
            <a:ext cx="3581428" cy="1537257"/>
          </a:xfrm>
          <a:prstGeom prst="roundRect">
            <a:avLst>
              <a:gd name="adj" fmla="val 7781"/>
            </a:avLst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84" name="Freeform: Shape 3183">
            <a:extLst>
              <a:ext uri="{FF2B5EF4-FFF2-40B4-BE49-F238E27FC236}">
                <a16:creationId xmlns:a16="http://schemas.microsoft.com/office/drawing/2014/main" id="{8A27B55C-90D1-BC02-A0C7-FD9A0ECD4D65}"/>
              </a:ext>
            </a:extLst>
          </p:cNvPr>
          <p:cNvSpPr/>
          <p:nvPr/>
        </p:nvSpPr>
        <p:spPr>
          <a:xfrm>
            <a:off x="8231730" y="6300197"/>
            <a:ext cx="1735480" cy="447139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200" b="1" kern="1200" dirty="0"/>
              <a:t>CAPACITY PBI PRO:</a:t>
            </a:r>
            <a:br>
              <a:rPr lang="en-CA" sz="1200" b="1" kern="1200" dirty="0"/>
            </a:br>
            <a:r>
              <a:rPr lang="en-CA" sz="1200" b="1" kern="1200" dirty="0"/>
              <a:t>BoC BI Self-service</a:t>
            </a:r>
          </a:p>
        </p:txBody>
      </p:sp>
      <p:sp>
        <p:nvSpPr>
          <p:cNvPr id="3113" name="Rectangle: Rounded Corners 3112">
            <a:extLst>
              <a:ext uri="{FF2B5EF4-FFF2-40B4-BE49-F238E27FC236}">
                <a16:creationId xmlns:a16="http://schemas.microsoft.com/office/drawing/2014/main" id="{D304FDAE-021B-8BA7-DA4C-531F4C57D79C}"/>
              </a:ext>
            </a:extLst>
          </p:cNvPr>
          <p:cNvSpPr/>
          <p:nvPr/>
        </p:nvSpPr>
        <p:spPr>
          <a:xfrm>
            <a:off x="7245146" y="2508564"/>
            <a:ext cx="1725577" cy="2407968"/>
          </a:xfrm>
          <a:prstGeom prst="roundRect">
            <a:avLst>
              <a:gd name="adj" fmla="val 7781"/>
            </a:avLst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14" name="Freeform: Shape 3113">
            <a:extLst>
              <a:ext uri="{FF2B5EF4-FFF2-40B4-BE49-F238E27FC236}">
                <a16:creationId xmlns:a16="http://schemas.microsoft.com/office/drawing/2014/main" id="{F78A6447-80F9-FA9C-FE4D-55D5D58BB4FA}"/>
              </a:ext>
            </a:extLst>
          </p:cNvPr>
          <p:cNvSpPr/>
          <p:nvPr/>
        </p:nvSpPr>
        <p:spPr>
          <a:xfrm>
            <a:off x="7290077" y="2595085"/>
            <a:ext cx="1680645" cy="504620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CA" sz="1200" b="1" dirty="0"/>
              <a:t>CAPACITY F-128:</a:t>
            </a:r>
            <a:br>
              <a:rPr lang="en-CA" sz="1200" b="1" dirty="0"/>
            </a:br>
            <a:r>
              <a:rPr lang="en-CA" sz="1200" b="1" dirty="0"/>
              <a:t>CA &amp; Ops Domain</a:t>
            </a:r>
          </a:p>
        </p:txBody>
      </p:sp>
      <p:sp>
        <p:nvSpPr>
          <p:cNvPr id="3148" name="Rectangle: Rounded Corners 3147">
            <a:extLst>
              <a:ext uri="{FF2B5EF4-FFF2-40B4-BE49-F238E27FC236}">
                <a16:creationId xmlns:a16="http://schemas.microsoft.com/office/drawing/2014/main" id="{D66492C9-D095-F649-47DC-635FFF072AFE}"/>
              </a:ext>
            </a:extLst>
          </p:cNvPr>
          <p:cNvSpPr/>
          <p:nvPr/>
        </p:nvSpPr>
        <p:spPr>
          <a:xfrm>
            <a:off x="9214289" y="2508563"/>
            <a:ext cx="1639149" cy="2409962"/>
          </a:xfrm>
          <a:prstGeom prst="roundRect">
            <a:avLst>
              <a:gd name="adj" fmla="val 7781"/>
            </a:avLst>
          </a:prstGeom>
          <a:solidFill>
            <a:schemeClr val="accent5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49" name="Freeform: Shape 3148">
            <a:extLst>
              <a:ext uri="{FF2B5EF4-FFF2-40B4-BE49-F238E27FC236}">
                <a16:creationId xmlns:a16="http://schemas.microsoft.com/office/drawing/2014/main" id="{2CFAD695-0304-60C0-9ABD-D7278D00E801}"/>
              </a:ext>
            </a:extLst>
          </p:cNvPr>
          <p:cNvSpPr/>
          <p:nvPr/>
        </p:nvSpPr>
        <p:spPr>
          <a:xfrm>
            <a:off x="9199948" y="2612733"/>
            <a:ext cx="1653490" cy="469324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200" b="1" kern="1200" dirty="0"/>
              <a:t>CAPACITY F-128:</a:t>
            </a:r>
          </a:p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200" b="1" kern="1200" dirty="0"/>
              <a:t>Analytic (AE) Domain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7C7F539-3058-2D02-D901-8DB1AA7C7B02}"/>
              </a:ext>
            </a:extLst>
          </p:cNvPr>
          <p:cNvCxnSpPr>
            <a:cxnSpLocks/>
            <a:stCxn id="50" idx="2"/>
            <a:endCxn id="3113" idx="0"/>
          </p:cNvCxnSpPr>
          <p:nvPr/>
        </p:nvCxnSpPr>
        <p:spPr>
          <a:xfrm rot="5400000">
            <a:off x="8427775" y="1825125"/>
            <a:ext cx="363599" cy="100327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55A324FE-E2E0-719F-2479-4AEE733F256D}"/>
              </a:ext>
            </a:extLst>
          </p:cNvPr>
          <p:cNvSpPr/>
          <p:nvPr/>
        </p:nvSpPr>
        <p:spPr>
          <a:xfrm>
            <a:off x="7483181" y="1336915"/>
            <a:ext cx="3256063" cy="808050"/>
          </a:xfrm>
          <a:prstGeom prst="rect">
            <a:avLst/>
          </a:prstGeom>
          <a:solidFill>
            <a:srgbClr val="E1ECE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t"/>
          <a:lstStyle/>
          <a:p>
            <a:pPr algn="ctr"/>
            <a:r>
              <a:rPr lang="en-CA" sz="1400" b="1" kern="1200" dirty="0">
                <a:solidFill>
                  <a:schemeClr val="tx1"/>
                </a:solidFill>
              </a:rPr>
              <a:t>BOCAD Fabric Tenant</a:t>
            </a:r>
          </a:p>
        </p:txBody>
      </p:sp>
      <p:cxnSp>
        <p:nvCxnSpPr>
          <p:cNvPr id="55" name="Straight Arrow Connector 37">
            <a:extLst>
              <a:ext uri="{FF2B5EF4-FFF2-40B4-BE49-F238E27FC236}">
                <a16:creationId xmlns:a16="http://schemas.microsoft.com/office/drawing/2014/main" id="{D7DA0DA5-5BAB-03C9-33F1-ADBFF1A27220}"/>
              </a:ext>
            </a:extLst>
          </p:cNvPr>
          <p:cNvCxnSpPr>
            <a:cxnSpLocks/>
            <a:stCxn id="50" idx="2"/>
            <a:endCxn id="3148" idx="0"/>
          </p:cNvCxnSpPr>
          <p:nvPr/>
        </p:nvCxnSpPr>
        <p:spPr>
          <a:xfrm rot="16200000" flipH="1">
            <a:off x="9390739" y="1865438"/>
            <a:ext cx="363598" cy="92265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7" name="Rectangle: Rounded Corners 3116">
            <a:extLst>
              <a:ext uri="{FF2B5EF4-FFF2-40B4-BE49-F238E27FC236}">
                <a16:creationId xmlns:a16="http://schemas.microsoft.com/office/drawing/2014/main" id="{9792A9AB-03B5-E9E9-061C-5CFB65A77C8F}"/>
              </a:ext>
            </a:extLst>
          </p:cNvPr>
          <p:cNvSpPr/>
          <p:nvPr/>
        </p:nvSpPr>
        <p:spPr>
          <a:xfrm>
            <a:off x="7422100" y="3231572"/>
            <a:ext cx="1429468" cy="3024320"/>
          </a:xfrm>
          <a:prstGeom prst="roundRect">
            <a:avLst>
              <a:gd name="adj" fmla="val 4355"/>
            </a:avLst>
          </a:prstGeom>
          <a:solidFill>
            <a:schemeClr val="accent6">
              <a:lumMod val="20000"/>
              <a:lumOff val="80000"/>
              <a:alpha val="88000"/>
            </a:schemeClr>
          </a:solidFill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1100" b="1" dirty="0">
                <a:solidFill>
                  <a:schemeClr val="tx1"/>
                </a:solidFill>
              </a:rPr>
              <a:t>Business Domain A</a:t>
            </a:r>
          </a:p>
        </p:txBody>
      </p:sp>
      <p:grpSp>
        <p:nvGrpSpPr>
          <p:cNvPr id="3188" name="Group 3187">
            <a:extLst>
              <a:ext uri="{FF2B5EF4-FFF2-40B4-BE49-F238E27FC236}">
                <a16:creationId xmlns:a16="http://schemas.microsoft.com/office/drawing/2014/main" id="{F2225CFD-75B9-65B0-6B6C-D8294A5575E4}"/>
              </a:ext>
            </a:extLst>
          </p:cNvPr>
          <p:cNvGrpSpPr/>
          <p:nvPr/>
        </p:nvGrpSpPr>
        <p:grpSpPr>
          <a:xfrm>
            <a:off x="7589301" y="5309843"/>
            <a:ext cx="1103462" cy="607342"/>
            <a:chOff x="8423681" y="3208007"/>
            <a:chExt cx="1215697" cy="946600"/>
          </a:xfrm>
        </p:grpSpPr>
        <p:sp>
          <p:nvSpPr>
            <p:cNvPr id="3189" name="Rectangle: Rounded Corners 3188">
              <a:extLst>
                <a:ext uri="{FF2B5EF4-FFF2-40B4-BE49-F238E27FC236}">
                  <a16:creationId xmlns:a16="http://schemas.microsoft.com/office/drawing/2014/main" id="{60465060-4EF5-FA9E-1C0A-A4CC5EA017C0}"/>
                </a:ext>
              </a:extLst>
            </p:cNvPr>
            <p:cNvSpPr/>
            <p:nvPr/>
          </p:nvSpPr>
          <p:spPr>
            <a:xfrm>
              <a:off x="8423681" y="3208007"/>
              <a:ext cx="1078459" cy="821877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90" name="Rectangle: Rounded Corners 3189">
              <a:extLst>
                <a:ext uri="{FF2B5EF4-FFF2-40B4-BE49-F238E27FC236}">
                  <a16:creationId xmlns:a16="http://schemas.microsoft.com/office/drawing/2014/main" id="{B1DC228B-C205-A3EC-1969-4F820376E081}"/>
                </a:ext>
              </a:extLst>
            </p:cNvPr>
            <p:cNvSpPr/>
            <p:nvPr/>
          </p:nvSpPr>
          <p:spPr>
            <a:xfrm>
              <a:off x="8497199" y="3325473"/>
              <a:ext cx="1142179" cy="829134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CA" sz="1050" b="1" dirty="0">
                  <a:solidFill>
                    <a:schemeClr val="tx1"/>
                  </a:solidFill>
                </a:rPr>
                <a:t>Workspaces</a:t>
              </a:r>
            </a:p>
          </p:txBody>
        </p:sp>
        <p:pic>
          <p:nvPicPr>
            <p:cNvPr id="3197" name="Picture 14" descr="Paginated Report">
              <a:extLst>
                <a:ext uri="{FF2B5EF4-FFF2-40B4-BE49-F238E27FC236}">
                  <a16:creationId xmlns:a16="http://schemas.microsoft.com/office/drawing/2014/main" id="{A018D010-7803-7101-A3D1-683BBAD7C5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4773" y="3647022"/>
              <a:ext cx="270450" cy="4637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98" name="Freeform: Shape 3197">
              <a:extLst>
                <a:ext uri="{FF2B5EF4-FFF2-40B4-BE49-F238E27FC236}">
                  <a16:creationId xmlns:a16="http://schemas.microsoft.com/office/drawing/2014/main" id="{7ECE42D7-360E-A3A9-4DDF-5FD28D0D0C8C}"/>
                </a:ext>
              </a:extLst>
            </p:cNvPr>
            <p:cNvSpPr/>
            <p:nvPr/>
          </p:nvSpPr>
          <p:spPr>
            <a:xfrm>
              <a:off x="8784955" y="3668943"/>
              <a:ext cx="737453" cy="463742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000" kern="1200" dirty="0"/>
                <a:t>BI data and reports</a:t>
              </a:r>
            </a:p>
          </p:txBody>
        </p:sp>
      </p:grpSp>
      <p:grpSp>
        <p:nvGrpSpPr>
          <p:cNvPr id="3153" name="Group 3152">
            <a:extLst>
              <a:ext uri="{FF2B5EF4-FFF2-40B4-BE49-F238E27FC236}">
                <a16:creationId xmlns:a16="http://schemas.microsoft.com/office/drawing/2014/main" id="{8EC8D0AB-1BAB-6C92-3C88-74810450623D}"/>
              </a:ext>
            </a:extLst>
          </p:cNvPr>
          <p:cNvGrpSpPr/>
          <p:nvPr/>
        </p:nvGrpSpPr>
        <p:grpSpPr>
          <a:xfrm>
            <a:off x="7493048" y="3564229"/>
            <a:ext cx="1293394" cy="1130540"/>
            <a:chOff x="8423681" y="3504959"/>
            <a:chExt cx="1227789" cy="1257726"/>
          </a:xfrm>
        </p:grpSpPr>
        <p:sp>
          <p:nvSpPr>
            <p:cNvPr id="3154" name="Rectangle: Rounded Corners 3153">
              <a:extLst>
                <a:ext uri="{FF2B5EF4-FFF2-40B4-BE49-F238E27FC236}">
                  <a16:creationId xmlns:a16="http://schemas.microsoft.com/office/drawing/2014/main" id="{03EE4E89-7E0C-0272-656B-C7F99525B6AB}"/>
                </a:ext>
              </a:extLst>
            </p:cNvPr>
            <p:cNvSpPr/>
            <p:nvPr/>
          </p:nvSpPr>
          <p:spPr>
            <a:xfrm>
              <a:off x="8423681" y="3536355"/>
              <a:ext cx="1078459" cy="1226330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55" name="Rectangle: Rounded Corners 3154">
              <a:extLst>
                <a:ext uri="{FF2B5EF4-FFF2-40B4-BE49-F238E27FC236}">
                  <a16:creationId xmlns:a16="http://schemas.microsoft.com/office/drawing/2014/main" id="{67EE6867-57BB-0C82-C22E-8E2F5CBAE033}"/>
                </a:ext>
              </a:extLst>
            </p:cNvPr>
            <p:cNvSpPr/>
            <p:nvPr/>
          </p:nvSpPr>
          <p:spPr>
            <a:xfrm>
              <a:off x="8509291" y="3504959"/>
              <a:ext cx="1142179" cy="1181116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CA" sz="1050" b="1" dirty="0">
                  <a:solidFill>
                    <a:schemeClr val="tx1"/>
                  </a:solidFill>
                </a:rPr>
                <a:t>Workspaces</a:t>
              </a:r>
            </a:p>
          </p:txBody>
        </p:sp>
        <p:pic>
          <p:nvPicPr>
            <p:cNvPr id="3156" name="Picture 6" descr="All Microsoft Fabric icons for diagramming - Sam Debruyn">
              <a:extLst>
                <a:ext uri="{FF2B5EF4-FFF2-40B4-BE49-F238E27FC236}">
                  <a16:creationId xmlns:a16="http://schemas.microsoft.com/office/drawing/2014/main" id="{FB70765B-FAF3-7938-3AE4-C3E81E61BE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3489" y="3780946"/>
              <a:ext cx="223246" cy="230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57" name="Freeform: Shape 3156">
              <a:extLst>
                <a:ext uri="{FF2B5EF4-FFF2-40B4-BE49-F238E27FC236}">
                  <a16:creationId xmlns:a16="http://schemas.microsoft.com/office/drawing/2014/main" id="{B67200E1-1F13-0071-6D85-6489473347ED}"/>
                </a:ext>
              </a:extLst>
            </p:cNvPr>
            <p:cNvSpPr/>
            <p:nvPr/>
          </p:nvSpPr>
          <p:spPr>
            <a:xfrm>
              <a:off x="8800319" y="3794585"/>
              <a:ext cx="608428" cy="210715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000" kern="1200" dirty="0" err="1"/>
                <a:t>lakehouse</a:t>
              </a:r>
              <a:endParaRPr lang="en-CA" sz="1000" kern="1200" dirty="0"/>
            </a:p>
          </p:txBody>
        </p:sp>
        <p:pic>
          <p:nvPicPr>
            <p:cNvPr id="3158" name="Picture 8" descr="All Microsoft Fabric icons for diagramming - Sam Debruyn">
              <a:extLst>
                <a:ext uri="{FF2B5EF4-FFF2-40B4-BE49-F238E27FC236}">
                  <a16:creationId xmlns:a16="http://schemas.microsoft.com/office/drawing/2014/main" id="{73962320-02F4-A83F-737D-F60E8DCB42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3622" y="3995593"/>
              <a:ext cx="203113" cy="239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59" name="Freeform: Shape 3158">
              <a:extLst>
                <a:ext uri="{FF2B5EF4-FFF2-40B4-BE49-F238E27FC236}">
                  <a16:creationId xmlns:a16="http://schemas.microsoft.com/office/drawing/2014/main" id="{FAA5EE8C-E6F4-A186-9689-BF37E11624BF}"/>
                </a:ext>
              </a:extLst>
            </p:cNvPr>
            <p:cNvSpPr/>
            <p:nvPr/>
          </p:nvSpPr>
          <p:spPr>
            <a:xfrm>
              <a:off x="8831414" y="4043357"/>
              <a:ext cx="608428" cy="210715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000" kern="1200" dirty="0"/>
                <a:t>warehouse</a:t>
              </a:r>
            </a:p>
          </p:txBody>
        </p:sp>
        <p:pic>
          <p:nvPicPr>
            <p:cNvPr id="3162" name="Picture 12" descr="Experiments">
              <a:extLst>
                <a:ext uri="{FF2B5EF4-FFF2-40B4-BE49-F238E27FC236}">
                  <a16:creationId xmlns:a16="http://schemas.microsoft.com/office/drawing/2014/main" id="{2B454572-97CB-CEE0-52AE-7088C030B4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3239" y="4222341"/>
              <a:ext cx="223245" cy="230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63" name="Freeform: Shape 3162">
              <a:extLst>
                <a:ext uri="{FF2B5EF4-FFF2-40B4-BE49-F238E27FC236}">
                  <a16:creationId xmlns:a16="http://schemas.microsoft.com/office/drawing/2014/main" id="{5A10A369-86B4-2571-450A-6326F25EF132}"/>
                </a:ext>
              </a:extLst>
            </p:cNvPr>
            <p:cNvSpPr/>
            <p:nvPr/>
          </p:nvSpPr>
          <p:spPr>
            <a:xfrm>
              <a:off x="8768166" y="4255214"/>
              <a:ext cx="865776" cy="210715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000" dirty="0"/>
                <a:t>ML experiment</a:t>
              </a:r>
              <a:endParaRPr lang="en-CA" sz="1000" kern="1200" dirty="0"/>
            </a:p>
          </p:txBody>
        </p:sp>
        <p:pic>
          <p:nvPicPr>
            <p:cNvPr id="3164" name="Picture 14" descr="Paginated Report">
              <a:extLst>
                <a:ext uri="{FF2B5EF4-FFF2-40B4-BE49-F238E27FC236}">
                  <a16:creationId xmlns:a16="http://schemas.microsoft.com/office/drawing/2014/main" id="{30A201AF-0D4B-2269-E247-EE7B9AE4C6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7938" y="4442473"/>
              <a:ext cx="236220" cy="2436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65" name="Freeform: Shape 3164">
              <a:extLst>
                <a:ext uri="{FF2B5EF4-FFF2-40B4-BE49-F238E27FC236}">
                  <a16:creationId xmlns:a16="http://schemas.microsoft.com/office/drawing/2014/main" id="{2F89C9C3-5419-A47E-3713-52136AE9559B}"/>
                </a:ext>
              </a:extLst>
            </p:cNvPr>
            <p:cNvSpPr/>
            <p:nvPr/>
          </p:nvSpPr>
          <p:spPr>
            <a:xfrm>
              <a:off x="8829126" y="4458716"/>
              <a:ext cx="646528" cy="210715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000" kern="1200" dirty="0"/>
                <a:t>BI report</a:t>
              </a:r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08DBF10-9B5F-E453-0767-B29C76F99DC3}"/>
              </a:ext>
            </a:extLst>
          </p:cNvPr>
          <p:cNvSpPr/>
          <p:nvPr/>
        </p:nvSpPr>
        <p:spPr>
          <a:xfrm>
            <a:off x="9340520" y="3185413"/>
            <a:ext cx="1414426" cy="3068625"/>
          </a:xfrm>
          <a:prstGeom prst="roundRect">
            <a:avLst>
              <a:gd name="adj" fmla="val 4355"/>
            </a:avLst>
          </a:prstGeom>
          <a:solidFill>
            <a:srgbClr val="FFC000">
              <a:alpha val="88000"/>
            </a:srgbClr>
          </a:solidFill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1100" b="1" dirty="0">
                <a:solidFill>
                  <a:schemeClr val="tx1"/>
                </a:solidFill>
              </a:rPr>
              <a:t>Business Domain X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CADB160-F8A1-52F9-D7DD-DA150FE54976}"/>
              </a:ext>
            </a:extLst>
          </p:cNvPr>
          <p:cNvGrpSpPr/>
          <p:nvPr/>
        </p:nvGrpSpPr>
        <p:grpSpPr>
          <a:xfrm>
            <a:off x="9539490" y="5483000"/>
            <a:ext cx="1053280" cy="540515"/>
            <a:chOff x="8423681" y="3208007"/>
            <a:chExt cx="1215697" cy="924678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E5FCA899-6461-8F38-7EC4-507715073876}"/>
                </a:ext>
              </a:extLst>
            </p:cNvPr>
            <p:cNvSpPr/>
            <p:nvPr/>
          </p:nvSpPr>
          <p:spPr>
            <a:xfrm>
              <a:off x="8423681" y="3208007"/>
              <a:ext cx="1078459" cy="807213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5E965B86-FCBA-D674-8F78-DFEFE3CE3D55}"/>
                </a:ext>
              </a:extLst>
            </p:cNvPr>
            <p:cNvSpPr/>
            <p:nvPr/>
          </p:nvSpPr>
          <p:spPr>
            <a:xfrm>
              <a:off x="8497199" y="3325472"/>
              <a:ext cx="1142179" cy="807213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CA" sz="1050" b="1" dirty="0">
                  <a:solidFill>
                    <a:schemeClr val="tx1"/>
                  </a:solidFill>
                </a:rPr>
                <a:t>Workspaces</a:t>
              </a:r>
            </a:p>
          </p:txBody>
        </p:sp>
        <p:pic>
          <p:nvPicPr>
            <p:cNvPr id="49" name="Picture 14" descr="Paginated Report">
              <a:extLst>
                <a:ext uri="{FF2B5EF4-FFF2-40B4-BE49-F238E27FC236}">
                  <a16:creationId xmlns:a16="http://schemas.microsoft.com/office/drawing/2014/main" id="{A850DFBA-CBFB-96C7-AB93-8412EB8BC3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4773" y="3647022"/>
              <a:ext cx="270450" cy="4637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46C4FE7-C728-3538-BF3E-C8E56CCCF6BD}"/>
                </a:ext>
              </a:extLst>
            </p:cNvPr>
            <p:cNvSpPr/>
            <p:nvPr/>
          </p:nvSpPr>
          <p:spPr>
            <a:xfrm>
              <a:off x="8784955" y="3668943"/>
              <a:ext cx="737453" cy="463742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000" kern="1200" dirty="0"/>
                <a:t>BI data and reports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15CE36F-583A-A019-96F8-DDAD680703C6}"/>
              </a:ext>
            </a:extLst>
          </p:cNvPr>
          <p:cNvGrpSpPr/>
          <p:nvPr/>
        </p:nvGrpSpPr>
        <p:grpSpPr>
          <a:xfrm>
            <a:off x="9404802" y="3589186"/>
            <a:ext cx="1293394" cy="1130540"/>
            <a:chOff x="8423681" y="3504959"/>
            <a:chExt cx="1227789" cy="125772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088DD8E0-A292-4A71-6CA7-42F95D389934}"/>
                </a:ext>
              </a:extLst>
            </p:cNvPr>
            <p:cNvSpPr/>
            <p:nvPr/>
          </p:nvSpPr>
          <p:spPr>
            <a:xfrm>
              <a:off x="8423681" y="3536355"/>
              <a:ext cx="1078459" cy="1226330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E868E266-032D-9667-D68D-6500D79714D4}"/>
                </a:ext>
              </a:extLst>
            </p:cNvPr>
            <p:cNvSpPr/>
            <p:nvPr/>
          </p:nvSpPr>
          <p:spPr>
            <a:xfrm>
              <a:off x="8509291" y="3504959"/>
              <a:ext cx="1142179" cy="1181116"/>
            </a:xfrm>
            <a:prstGeom prst="roundRect">
              <a:avLst>
                <a:gd name="adj" fmla="val 4355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CA" sz="1050" b="1" dirty="0">
                  <a:solidFill>
                    <a:schemeClr val="tx1"/>
                  </a:solidFill>
                </a:rPr>
                <a:t>Workspaces</a:t>
              </a:r>
            </a:p>
          </p:txBody>
        </p:sp>
        <p:pic>
          <p:nvPicPr>
            <p:cNvPr id="37" name="Picture 6" descr="All Microsoft Fabric icons for diagramming - Sam Debruyn">
              <a:extLst>
                <a:ext uri="{FF2B5EF4-FFF2-40B4-BE49-F238E27FC236}">
                  <a16:creationId xmlns:a16="http://schemas.microsoft.com/office/drawing/2014/main" id="{32871067-9950-A0B3-A678-1142A0B07D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3489" y="3780946"/>
              <a:ext cx="223246" cy="230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D27FFFF-3A5E-48C0-1B3C-72C859426DF9}"/>
                </a:ext>
              </a:extLst>
            </p:cNvPr>
            <p:cNvSpPr/>
            <p:nvPr/>
          </p:nvSpPr>
          <p:spPr>
            <a:xfrm>
              <a:off x="8800319" y="3794585"/>
              <a:ext cx="608428" cy="210715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000" kern="1200" dirty="0" err="1"/>
                <a:t>lakehouse</a:t>
              </a:r>
              <a:endParaRPr lang="en-CA" sz="1000" kern="1200" dirty="0"/>
            </a:p>
          </p:txBody>
        </p:sp>
        <p:pic>
          <p:nvPicPr>
            <p:cNvPr id="40" name="Picture 8" descr="All Microsoft Fabric icons for diagramming - Sam Debruyn">
              <a:extLst>
                <a:ext uri="{FF2B5EF4-FFF2-40B4-BE49-F238E27FC236}">
                  <a16:creationId xmlns:a16="http://schemas.microsoft.com/office/drawing/2014/main" id="{FED955C1-8168-C81D-950A-143BFDEA3D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3622" y="3995593"/>
              <a:ext cx="203113" cy="239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B16B171-2686-DCDA-DAF3-37CB3E1AC2BD}"/>
                </a:ext>
              </a:extLst>
            </p:cNvPr>
            <p:cNvSpPr/>
            <p:nvPr/>
          </p:nvSpPr>
          <p:spPr>
            <a:xfrm>
              <a:off x="8831414" y="4043357"/>
              <a:ext cx="608428" cy="210715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000" kern="1200" dirty="0"/>
                <a:t>warehouse</a:t>
              </a:r>
            </a:p>
          </p:txBody>
        </p:sp>
        <p:pic>
          <p:nvPicPr>
            <p:cNvPr id="42" name="Picture 12" descr="Experiments">
              <a:extLst>
                <a:ext uri="{FF2B5EF4-FFF2-40B4-BE49-F238E27FC236}">
                  <a16:creationId xmlns:a16="http://schemas.microsoft.com/office/drawing/2014/main" id="{AE3E5A42-1F17-C1C2-721D-CED2F7C266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3239" y="4222341"/>
              <a:ext cx="223245" cy="230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C3E0376-670D-7AF6-8B75-0C305BBF1D37}"/>
                </a:ext>
              </a:extLst>
            </p:cNvPr>
            <p:cNvSpPr/>
            <p:nvPr/>
          </p:nvSpPr>
          <p:spPr>
            <a:xfrm>
              <a:off x="8768166" y="4255214"/>
              <a:ext cx="865776" cy="210715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000" dirty="0"/>
                <a:t>ML experiment</a:t>
              </a:r>
              <a:endParaRPr lang="en-CA" sz="1000" kern="1200" dirty="0"/>
            </a:p>
          </p:txBody>
        </p:sp>
        <p:pic>
          <p:nvPicPr>
            <p:cNvPr id="44" name="Picture 14" descr="Paginated Report">
              <a:extLst>
                <a:ext uri="{FF2B5EF4-FFF2-40B4-BE49-F238E27FC236}">
                  <a16:creationId xmlns:a16="http://schemas.microsoft.com/office/drawing/2014/main" id="{526B24A4-724F-C8E2-7917-D11A056D23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7938" y="4442473"/>
              <a:ext cx="236220" cy="2436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C5C2CAF-C5B2-7D39-9D97-7C5C8C3D5221}"/>
                </a:ext>
              </a:extLst>
            </p:cNvPr>
            <p:cNvSpPr/>
            <p:nvPr/>
          </p:nvSpPr>
          <p:spPr>
            <a:xfrm>
              <a:off x="8829126" y="4458716"/>
              <a:ext cx="646528" cy="210715"/>
            </a:xfrm>
            <a:custGeom>
              <a:avLst/>
              <a:gdLst>
                <a:gd name="connsiteX0" fmla="*/ 0 w 1550487"/>
                <a:gd name="connsiteY0" fmla="*/ 0 h 496155"/>
                <a:gd name="connsiteX1" fmla="*/ 1550487 w 1550487"/>
                <a:gd name="connsiteY1" fmla="*/ 0 h 496155"/>
                <a:gd name="connsiteX2" fmla="*/ 1550487 w 1550487"/>
                <a:gd name="connsiteY2" fmla="*/ 496155 h 496155"/>
                <a:gd name="connsiteX3" fmla="*/ 0 w 1550487"/>
                <a:gd name="connsiteY3" fmla="*/ 496155 h 496155"/>
                <a:gd name="connsiteX4" fmla="*/ 0 w 1550487"/>
                <a:gd name="connsiteY4" fmla="*/ 0 h 49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487" h="496155">
                  <a:moveTo>
                    <a:pt x="0" y="0"/>
                  </a:moveTo>
                  <a:lnTo>
                    <a:pt x="1550487" y="0"/>
                  </a:lnTo>
                  <a:lnTo>
                    <a:pt x="1550487" y="496155"/>
                  </a:lnTo>
                  <a:lnTo>
                    <a:pt x="0" y="4961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1000" kern="1200" dirty="0"/>
                <a:t>BI report</a:t>
              </a:r>
            </a:p>
          </p:txBody>
        </p:sp>
      </p:grpSp>
      <p:cxnSp>
        <p:nvCxnSpPr>
          <p:cNvPr id="3166" name="Straight Arrow Connector 3165">
            <a:extLst>
              <a:ext uri="{FF2B5EF4-FFF2-40B4-BE49-F238E27FC236}">
                <a16:creationId xmlns:a16="http://schemas.microsoft.com/office/drawing/2014/main" id="{DEB0D43A-2AB0-FE74-97B2-3EF8B3092359}"/>
              </a:ext>
            </a:extLst>
          </p:cNvPr>
          <p:cNvCxnSpPr>
            <a:cxnSpLocks/>
            <a:stCxn id="50" idx="2"/>
            <a:endCxn id="3183" idx="0"/>
          </p:cNvCxnSpPr>
          <p:nvPr/>
        </p:nvCxnSpPr>
        <p:spPr>
          <a:xfrm flipH="1">
            <a:off x="9099470" y="2144965"/>
            <a:ext cx="11743" cy="30275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Freeform: Shape 3139">
            <a:extLst>
              <a:ext uri="{FF2B5EF4-FFF2-40B4-BE49-F238E27FC236}">
                <a16:creationId xmlns:a16="http://schemas.microsoft.com/office/drawing/2014/main" id="{26826ACE-4EB9-A24F-F41C-EAA4C3382F60}"/>
              </a:ext>
            </a:extLst>
          </p:cNvPr>
          <p:cNvSpPr/>
          <p:nvPr/>
        </p:nvSpPr>
        <p:spPr>
          <a:xfrm>
            <a:off x="7607683" y="1729830"/>
            <a:ext cx="1270708" cy="363600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050" b="1" kern="1200" dirty="0"/>
              <a:t>Fabric Data Gateways </a:t>
            </a:r>
            <a:r>
              <a:rPr lang="en-CA" sz="900" kern="1200" dirty="0"/>
              <a:t>(Cluster on Azure VMs)</a:t>
            </a:r>
            <a:endParaRPr lang="en-CA" sz="1100" b="1" kern="1200" dirty="0"/>
          </a:p>
        </p:txBody>
      </p:sp>
      <p:cxnSp>
        <p:nvCxnSpPr>
          <p:cNvPr id="1034" name="Straight Arrow Connector 1033">
            <a:extLst>
              <a:ext uri="{FF2B5EF4-FFF2-40B4-BE49-F238E27FC236}">
                <a16:creationId xmlns:a16="http://schemas.microsoft.com/office/drawing/2014/main" id="{FCCA141E-44AB-6B9F-B11A-BF36984A1272}"/>
              </a:ext>
            </a:extLst>
          </p:cNvPr>
          <p:cNvCxnSpPr>
            <a:cxnSpLocks/>
            <a:stCxn id="1053" idx="3"/>
            <a:endCxn id="50" idx="1"/>
          </p:cNvCxnSpPr>
          <p:nvPr/>
        </p:nvCxnSpPr>
        <p:spPr>
          <a:xfrm>
            <a:off x="4101628" y="1711057"/>
            <a:ext cx="3381553" cy="298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17FEC80-DC84-7FF6-1B73-46BF90BAF58E}"/>
              </a:ext>
            </a:extLst>
          </p:cNvPr>
          <p:cNvSpPr txBox="1"/>
          <p:nvPr/>
        </p:nvSpPr>
        <p:spPr>
          <a:xfrm>
            <a:off x="1080805" y="2560774"/>
            <a:ext cx="4056881" cy="1046440"/>
          </a:xfrm>
          <a:prstGeom prst="rect">
            <a:avLst/>
          </a:prstGeom>
          <a:solidFill>
            <a:srgbClr val="F8D8CA"/>
          </a:solidFill>
        </p:spPr>
        <p:txBody>
          <a:bodyPr wrap="square">
            <a:spAutoFit/>
          </a:bodyPr>
          <a:lstStyle/>
          <a:p>
            <a:r>
              <a:rPr lang="en-US" sz="1400" b="1" dirty="0"/>
              <a:t>Fabric Capacity Administration Level</a:t>
            </a:r>
            <a:r>
              <a:rPr lang="en-US" sz="1400" b="1" dirty="0">
                <a:highlight>
                  <a:srgbClr val="E1ECEA"/>
                </a:highlight>
              </a:rPr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Capacity usage monitoring. ( average and bursting)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Capacity and Data Solutions performance tunning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Configure delegated Tenant settings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Provisioning workspaces.(</a:t>
            </a:r>
            <a:r>
              <a:rPr lang="en-US" sz="1200" b="1" dirty="0"/>
              <a:t>automated</a:t>
            </a:r>
            <a:r>
              <a:rPr lang="en-US" sz="1200" dirty="0"/>
              <a:t>)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7744E69-C242-C930-6952-A201BB136A9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137686" y="3083994"/>
            <a:ext cx="2107460" cy="1571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24EAFC6-BFDD-2942-1161-711563BCEA3A}"/>
              </a:ext>
            </a:extLst>
          </p:cNvPr>
          <p:cNvSpPr txBox="1"/>
          <p:nvPr/>
        </p:nvSpPr>
        <p:spPr>
          <a:xfrm>
            <a:off x="2212630" y="3865830"/>
            <a:ext cx="4056881" cy="861774"/>
          </a:xfrm>
          <a:prstGeom prst="rect">
            <a:avLst/>
          </a:prstGeom>
          <a:solidFill>
            <a:srgbClr val="FBE8D1"/>
          </a:solidFill>
        </p:spPr>
        <p:txBody>
          <a:bodyPr wrap="square">
            <a:spAutoFit/>
          </a:bodyPr>
          <a:lstStyle/>
          <a:p>
            <a:r>
              <a:rPr lang="en-US" sz="1400" b="1" dirty="0"/>
              <a:t>Domain Administration Level: </a:t>
            </a:r>
          </a:p>
          <a:p>
            <a:pPr marL="285750" indent="-285750" algn="l" defTabSz="914400" rtl="0" eaLnBrk="1" latinLnBrk="0" hangingPunct="1">
              <a:buFontTx/>
              <a:buChar char="-"/>
            </a:pPr>
            <a:r>
              <a:rPr lang="en-CA" sz="12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Configure domain-specific settings</a:t>
            </a:r>
          </a:p>
          <a:p>
            <a:pPr marL="285750" indent="-285750" algn="l" defTabSz="914400" rtl="0" eaLnBrk="1" latinLnBrk="0" hangingPunct="1">
              <a:buFontTx/>
              <a:buChar char="-"/>
            </a:pPr>
            <a:r>
              <a:rPr lang="en-CA" sz="12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Associate workspaces with domains</a:t>
            </a:r>
          </a:p>
          <a:p>
            <a:pPr marL="285750" indent="-285750" defTabSz="914400">
              <a:buFontTx/>
              <a:buChar char="-"/>
            </a:pPr>
            <a:r>
              <a:rPr lang="en-CA" sz="12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Ensure domain-level Data compliance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C7483CF-4A2F-007C-CF70-745651DE91F9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6269511" y="4296717"/>
            <a:ext cx="11301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2" name="TextBox 3141">
            <a:extLst>
              <a:ext uri="{FF2B5EF4-FFF2-40B4-BE49-F238E27FC236}">
                <a16:creationId xmlns:a16="http://schemas.microsoft.com/office/drawing/2014/main" id="{7AC40BCD-3F95-B510-AEDF-C7A594ED7ADA}"/>
              </a:ext>
            </a:extLst>
          </p:cNvPr>
          <p:cNvSpPr txBox="1"/>
          <p:nvPr/>
        </p:nvSpPr>
        <p:spPr>
          <a:xfrm>
            <a:off x="3742441" y="4953266"/>
            <a:ext cx="3185254" cy="12311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rIns="0">
            <a:spAutoFit/>
          </a:bodyPr>
          <a:lstStyle/>
          <a:p>
            <a:r>
              <a:rPr lang="en-US" sz="1400" b="1" dirty="0"/>
              <a:t>Workspace Admin: </a:t>
            </a:r>
          </a:p>
          <a:p>
            <a:pPr marL="285750" indent="-285750" algn="l" defTabSz="914400" rtl="0" eaLnBrk="1" latinLnBrk="0" hangingPunct="1">
              <a:buFontTx/>
              <a:buChar char="-"/>
            </a:pPr>
            <a:r>
              <a:rPr lang="en-US" sz="12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Manage assigned Workspace.</a:t>
            </a:r>
          </a:p>
          <a:p>
            <a:pPr marL="742950" lvl="1" indent="-285750" defTabSz="914400">
              <a:buFontTx/>
              <a:buChar char="-"/>
            </a:pPr>
            <a:r>
              <a:rPr lang="en-US" sz="12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Assign Roles and Permissions.</a:t>
            </a:r>
          </a:p>
          <a:p>
            <a:pPr marL="742950" lvl="1" indent="-285750" defTabSz="914400">
              <a:buFontTx/>
              <a:buChar char="-"/>
            </a:pPr>
            <a:r>
              <a:rPr lang="en-US" sz="12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Manage Content</a:t>
            </a:r>
          </a:p>
          <a:p>
            <a:pPr marL="285750" indent="-285750" algn="l" defTabSz="914400" rtl="0" eaLnBrk="1" latinLnBrk="0" hangingPunct="1">
              <a:buFontTx/>
              <a:buChar char="-"/>
            </a:pPr>
            <a:r>
              <a:rPr lang="en-US" sz="12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Ensure Data Security within the workspace.</a:t>
            </a:r>
          </a:p>
          <a:p>
            <a:pPr marL="285750" indent="-285750" defTabSz="914400">
              <a:buFontTx/>
              <a:buChar char="-"/>
            </a:pPr>
            <a:r>
              <a:rPr lang="en-US" sz="1200" b="0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Monitor Usage and Performance</a:t>
            </a:r>
          </a:p>
        </p:txBody>
      </p:sp>
      <p:cxnSp>
        <p:nvCxnSpPr>
          <p:cNvPr id="3145" name="Straight Arrow Connector 3144">
            <a:extLst>
              <a:ext uri="{FF2B5EF4-FFF2-40B4-BE49-F238E27FC236}">
                <a16:creationId xmlns:a16="http://schemas.microsoft.com/office/drawing/2014/main" id="{B0DB376B-4EDC-6485-C7BF-620B9C7BC8D5}"/>
              </a:ext>
            </a:extLst>
          </p:cNvPr>
          <p:cNvCxnSpPr>
            <a:cxnSpLocks/>
            <a:stCxn id="3142" idx="3"/>
            <a:endCxn id="3189" idx="1"/>
          </p:cNvCxnSpPr>
          <p:nvPr/>
        </p:nvCxnSpPr>
        <p:spPr>
          <a:xfrm>
            <a:off x="6927695" y="5568819"/>
            <a:ext cx="661606" cy="46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12" name="Picture 22">
            <a:extLst>
              <a:ext uri="{FF2B5EF4-FFF2-40B4-BE49-F238E27FC236}">
                <a16:creationId xmlns:a16="http://schemas.microsoft.com/office/drawing/2014/main" id="{FD021007-8315-3955-C318-AA60F9C1F8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305382" y="1417532"/>
            <a:ext cx="235505" cy="222603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3928E4E-7B85-8D92-FEC8-1B3A44C097AB}"/>
              </a:ext>
            </a:extLst>
          </p:cNvPr>
          <p:cNvSpPr/>
          <p:nvPr/>
        </p:nvSpPr>
        <p:spPr>
          <a:xfrm>
            <a:off x="9205919" y="1720762"/>
            <a:ext cx="1270708" cy="367899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050" b="1" kern="1200" dirty="0"/>
              <a:t>PBI &amp; Fabric </a:t>
            </a:r>
            <a:br>
              <a:rPr lang="en-CA" sz="1050" b="1" kern="1200" dirty="0"/>
            </a:br>
            <a:r>
              <a:rPr lang="en-CA" sz="1050" b="1" kern="1200" dirty="0"/>
              <a:t>Desktop Tools</a:t>
            </a:r>
            <a:endParaRPr lang="en-CA" sz="1100" b="1" kern="1200" dirty="0"/>
          </a:p>
        </p:txBody>
      </p:sp>
      <p:cxnSp>
        <p:nvCxnSpPr>
          <p:cNvPr id="3167" name="Straight Arrow Connector 3166">
            <a:extLst>
              <a:ext uri="{FF2B5EF4-FFF2-40B4-BE49-F238E27FC236}">
                <a16:creationId xmlns:a16="http://schemas.microsoft.com/office/drawing/2014/main" id="{3CD7927F-D02A-C565-AD20-748D588B6304}"/>
              </a:ext>
            </a:extLst>
          </p:cNvPr>
          <p:cNvCxnSpPr>
            <a:cxnSpLocks/>
          </p:cNvCxnSpPr>
          <p:nvPr/>
        </p:nvCxnSpPr>
        <p:spPr>
          <a:xfrm>
            <a:off x="457200" y="2426433"/>
            <a:ext cx="6787946" cy="4110837"/>
          </a:xfrm>
          <a:prstGeom prst="bentConnector3">
            <a:avLst>
              <a:gd name="adj1" fmla="val -281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3" name="TextBox 3172">
            <a:extLst>
              <a:ext uri="{FF2B5EF4-FFF2-40B4-BE49-F238E27FC236}">
                <a16:creationId xmlns:a16="http://schemas.microsoft.com/office/drawing/2014/main" id="{BA146462-7295-666B-F907-645211FBA0B3}"/>
              </a:ext>
            </a:extLst>
          </p:cNvPr>
          <p:cNvSpPr txBox="1"/>
          <p:nvPr/>
        </p:nvSpPr>
        <p:spPr>
          <a:xfrm>
            <a:off x="489978" y="6293360"/>
            <a:ext cx="61030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PRO Shared Capacity is a SaaS managed by MS, Tenant settings apply directly</a:t>
            </a:r>
            <a:endParaRPr lang="en-CA" sz="1100" dirty="0"/>
          </a:p>
        </p:txBody>
      </p:sp>
    </p:spTree>
    <p:extLst>
      <p:ext uri="{BB962C8B-B14F-4D97-AF65-F5344CB8AC3E}">
        <p14:creationId xmlns:p14="http://schemas.microsoft.com/office/powerpoint/2010/main" val="233544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55A324FE-E2E0-719F-2479-4AEE733F256D}"/>
              </a:ext>
            </a:extLst>
          </p:cNvPr>
          <p:cNvSpPr/>
          <p:nvPr/>
        </p:nvSpPr>
        <p:spPr>
          <a:xfrm>
            <a:off x="3656751" y="2316426"/>
            <a:ext cx="4687112" cy="2746850"/>
          </a:xfrm>
          <a:prstGeom prst="rect">
            <a:avLst/>
          </a:prstGeom>
          <a:solidFill>
            <a:srgbClr val="E1ECE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t"/>
          <a:lstStyle/>
          <a:p>
            <a:pPr algn="ctr"/>
            <a:r>
              <a:rPr lang="en-CA" sz="1600" b="1" kern="1200" dirty="0">
                <a:solidFill>
                  <a:schemeClr val="tx1"/>
                </a:solidFill>
              </a:rPr>
              <a:t>BoC Fabric Tenant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634F2B-06D0-910B-F457-D2D905D80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70" y="447418"/>
            <a:ext cx="10506456" cy="563195"/>
          </a:xfrm>
        </p:spPr>
        <p:txBody>
          <a:bodyPr anchor="t">
            <a:noAutofit/>
          </a:bodyPr>
          <a:lstStyle/>
          <a:p>
            <a:pPr algn="ctr"/>
            <a:r>
              <a:rPr lang="en-CA" sz="3600" i="0" dirty="0">
                <a:effectLst/>
                <a:latin typeface="Segoe UI" panose="020B0502040204020203" pitchFamily="34" charset="0"/>
              </a:rPr>
              <a:t>BOCAD Fabric Admins levels - draft</a:t>
            </a:r>
            <a:endParaRPr lang="en-CA" sz="3600" dirty="0"/>
          </a:p>
        </p:txBody>
      </p:sp>
      <p:sp>
        <p:nvSpPr>
          <p:cNvPr id="3183" name="Rectangle: Rounded Corners 3182">
            <a:extLst>
              <a:ext uri="{FF2B5EF4-FFF2-40B4-BE49-F238E27FC236}">
                <a16:creationId xmlns:a16="http://schemas.microsoft.com/office/drawing/2014/main" id="{9B0FDA8E-5F68-1D1E-208E-7D68BB1B2445}"/>
              </a:ext>
            </a:extLst>
          </p:cNvPr>
          <p:cNvSpPr/>
          <p:nvPr/>
        </p:nvSpPr>
        <p:spPr>
          <a:xfrm>
            <a:off x="3725118" y="3467749"/>
            <a:ext cx="4523719" cy="1400086"/>
          </a:xfrm>
          <a:prstGeom prst="roundRect">
            <a:avLst>
              <a:gd name="adj" fmla="val 7781"/>
            </a:avLst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1200" b="1" kern="1200" dirty="0">
                <a:solidFill>
                  <a:schemeClr val="tx1"/>
                </a:solidFill>
              </a:rPr>
              <a:t>CAPACITY PBI PRO: BoC BI Self-service</a:t>
            </a:r>
          </a:p>
        </p:txBody>
      </p:sp>
      <p:sp>
        <p:nvSpPr>
          <p:cNvPr id="3113" name="Rectangle: Rounded Corners 3112">
            <a:extLst>
              <a:ext uri="{FF2B5EF4-FFF2-40B4-BE49-F238E27FC236}">
                <a16:creationId xmlns:a16="http://schemas.microsoft.com/office/drawing/2014/main" id="{D304FDAE-021B-8BA7-DA4C-531F4C57D79C}"/>
              </a:ext>
            </a:extLst>
          </p:cNvPr>
          <p:cNvSpPr/>
          <p:nvPr/>
        </p:nvSpPr>
        <p:spPr>
          <a:xfrm>
            <a:off x="1424959" y="3065362"/>
            <a:ext cx="2099569" cy="1902995"/>
          </a:xfrm>
          <a:prstGeom prst="roundRect">
            <a:avLst>
              <a:gd name="adj" fmla="val 7781"/>
            </a:avLst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3114" name="Freeform: Shape 3113">
            <a:extLst>
              <a:ext uri="{FF2B5EF4-FFF2-40B4-BE49-F238E27FC236}">
                <a16:creationId xmlns:a16="http://schemas.microsoft.com/office/drawing/2014/main" id="{F78A6447-80F9-FA9C-FE4D-55D5D58BB4FA}"/>
              </a:ext>
            </a:extLst>
          </p:cNvPr>
          <p:cNvSpPr/>
          <p:nvPr/>
        </p:nvSpPr>
        <p:spPr>
          <a:xfrm>
            <a:off x="1788486" y="3142491"/>
            <a:ext cx="1680645" cy="504620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CA" sz="1400" b="1" dirty="0"/>
              <a:t>CAPACITY F-128:</a:t>
            </a:r>
            <a:br>
              <a:rPr lang="en-CA" sz="1400" b="1" dirty="0"/>
            </a:br>
            <a:r>
              <a:rPr lang="en-CA" sz="1400" b="1" dirty="0"/>
              <a:t>CA &amp; Ops Domain</a:t>
            </a:r>
          </a:p>
        </p:txBody>
      </p:sp>
      <p:sp>
        <p:nvSpPr>
          <p:cNvPr id="3148" name="Rectangle: Rounded Corners 3147">
            <a:extLst>
              <a:ext uri="{FF2B5EF4-FFF2-40B4-BE49-F238E27FC236}">
                <a16:creationId xmlns:a16="http://schemas.microsoft.com/office/drawing/2014/main" id="{D66492C9-D095-F649-47DC-635FFF072AFE}"/>
              </a:ext>
            </a:extLst>
          </p:cNvPr>
          <p:cNvSpPr/>
          <p:nvPr/>
        </p:nvSpPr>
        <p:spPr>
          <a:xfrm>
            <a:off x="8480520" y="3065362"/>
            <a:ext cx="2093790" cy="1948317"/>
          </a:xfrm>
          <a:prstGeom prst="roundRect">
            <a:avLst>
              <a:gd name="adj" fmla="val 7781"/>
            </a:avLst>
          </a:prstGeom>
          <a:solidFill>
            <a:schemeClr val="accent5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49" name="Freeform: Shape 3148">
            <a:extLst>
              <a:ext uri="{FF2B5EF4-FFF2-40B4-BE49-F238E27FC236}">
                <a16:creationId xmlns:a16="http://schemas.microsoft.com/office/drawing/2014/main" id="{2CFAD695-0304-60C0-9ABD-D7278D00E801}"/>
              </a:ext>
            </a:extLst>
          </p:cNvPr>
          <p:cNvSpPr/>
          <p:nvPr/>
        </p:nvSpPr>
        <p:spPr>
          <a:xfrm>
            <a:off x="8843543" y="3177787"/>
            <a:ext cx="1653490" cy="469324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400" b="1" kern="1200" dirty="0"/>
              <a:t>CAPACITY F-128:</a:t>
            </a:r>
          </a:p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400" b="1" kern="1200" dirty="0"/>
              <a:t>Analytic (AE) Domain </a:t>
            </a:r>
          </a:p>
        </p:txBody>
      </p:sp>
      <p:sp>
        <p:nvSpPr>
          <p:cNvPr id="3117" name="Rectangle: Rounded Corners 3116">
            <a:extLst>
              <a:ext uri="{FF2B5EF4-FFF2-40B4-BE49-F238E27FC236}">
                <a16:creationId xmlns:a16="http://schemas.microsoft.com/office/drawing/2014/main" id="{9792A9AB-03B5-E9E9-061C-5CFB65A77C8F}"/>
              </a:ext>
            </a:extLst>
          </p:cNvPr>
          <p:cNvSpPr/>
          <p:nvPr/>
        </p:nvSpPr>
        <p:spPr>
          <a:xfrm>
            <a:off x="1606941" y="3937905"/>
            <a:ext cx="3300715" cy="728599"/>
          </a:xfrm>
          <a:prstGeom prst="roundRect">
            <a:avLst>
              <a:gd name="adj" fmla="val 4355"/>
            </a:avLst>
          </a:prstGeom>
          <a:solidFill>
            <a:schemeClr val="accent2">
              <a:alpha val="88000"/>
            </a:schemeClr>
          </a:solidFill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400" b="1" dirty="0">
                <a:solidFill>
                  <a:schemeClr val="tx1"/>
                </a:solidFill>
              </a:rPr>
              <a:t>CA Business Domains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08DBF10-9B5F-E453-0767-B29C76F99DC3}"/>
              </a:ext>
            </a:extLst>
          </p:cNvPr>
          <p:cNvSpPr/>
          <p:nvPr/>
        </p:nvSpPr>
        <p:spPr>
          <a:xfrm>
            <a:off x="7092958" y="3935247"/>
            <a:ext cx="3456040" cy="731257"/>
          </a:xfrm>
          <a:prstGeom prst="roundRect">
            <a:avLst>
              <a:gd name="adj" fmla="val 4355"/>
            </a:avLst>
          </a:prstGeom>
          <a:solidFill>
            <a:srgbClr val="FFC000">
              <a:alpha val="88000"/>
            </a:srgbClr>
          </a:solidFill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CA" sz="1400" b="1" dirty="0">
                <a:solidFill>
                  <a:schemeClr val="tx1"/>
                </a:solidFill>
              </a:rPr>
              <a:t>AE Business Domain(s)</a:t>
            </a:r>
          </a:p>
        </p:txBody>
      </p:sp>
      <p:pic>
        <p:nvPicPr>
          <p:cNvPr id="3112" name="Picture 22">
            <a:extLst>
              <a:ext uri="{FF2B5EF4-FFF2-40B4-BE49-F238E27FC236}">
                <a16:creationId xmlns:a16="http://schemas.microsoft.com/office/drawing/2014/main" id="{FD021007-8315-3955-C318-AA60F9C1F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935682" y="2363657"/>
            <a:ext cx="235505" cy="222603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3928E4E-7B85-8D92-FEC8-1B3A44C097AB}"/>
              </a:ext>
            </a:extLst>
          </p:cNvPr>
          <p:cNvSpPr/>
          <p:nvPr/>
        </p:nvSpPr>
        <p:spPr>
          <a:xfrm>
            <a:off x="7466892" y="3046001"/>
            <a:ext cx="781945" cy="398293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</a:rPr>
              <a:t>Desktop Tools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60469E-8B1C-C55B-F5A9-0E13AFA4BD55}"/>
              </a:ext>
            </a:extLst>
          </p:cNvPr>
          <p:cNvSpPr/>
          <p:nvPr/>
        </p:nvSpPr>
        <p:spPr>
          <a:xfrm>
            <a:off x="3725118" y="3051545"/>
            <a:ext cx="1155267" cy="398292"/>
          </a:xfrm>
          <a:prstGeom prst="roundRect">
            <a:avLst>
              <a:gd name="adj" fmla="val 7781"/>
            </a:avLst>
          </a:prstGeom>
          <a:solidFill>
            <a:srgbClr val="FFFF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rtlCol="0" anchor="t"/>
          <a:lstStyle/>
          <a:p>
            <a:pPr algn="ctr"/>
            <a:r>
              <a:rPr lang="en-CA" sz="1050" b="1" dirty="0">
                <a:solidFill>
                  <a:schemeClr val="tx1"/>
                </a:solidFill>
              </a:rPr>
              <a:t>BOCQA </a:t>
            </a:r>
          </a:p>
          <a:p>
            <a:pPr algn="ctr"/>
            <a:r>
              <a:rPr lang="en-CA" sz="1050" b="1" dirty="0">
                <a:solidFill>
                  <a:schemeClr val="tx1"/>
                </a:solidFill>
              </a:rPr>
              <a:t>Capacity PBI PRO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DE66890-EE63-BFE8-0398-7618AADE2610}"/>
              </a:ext>
            </a:extLst>
          </p:cNvPr>
          <p:cNvSpPr/>
          <p:nvPr/>
        </p:nvSpPr>
        <p:spPr>
          <a:xfrm>
            <a:off x="4989636" y="3051280"/>
            <a:ext cx="1155267" cy="395900"/>
          </a:xfrm>
          <a:prstGeom prst="roundRect">
            <a:avLst>
              <a:gd name="adj" fmla="val 7781"/>
            </a:avLst>
          </a:prstGeom>
          <a:solidFill>
            <a:srgbClr val="FFFF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rtlCol="0" anchor="t"/>
          <a:lstStyle/>
          <a:p>
            <a:pPr algn="ctr"/>
            <a:r>
              <a:rPr lang="en-CA" sz="1050" b="1" dirty="0">
                <a:solidFill>
                  <a:schemeClr val="tx1"/>
                </a:solidFill>
              </a:rPr>
              <a:t>DAZ </a:t>
            </a:r>
          </a:p>
          <a:p>
            <a:pPr algn="ctr"/>
            <a:r>
              <a:rPr lang="en-CA" sz="1050" b="1" dirty="0">
                <a:solidFill>
                  <a:schemeClr val="tx1"/>
                </a:solidFill>
              </a:rPr>
              <a:t>Capacity PBI PRO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25581C7-90BD-EECF-EAF5-94EA7B085E29}"/>
              </a:ext>
            </a:extLst>
          </p:cNvPr>
          <p:cNvSpPr/>
          <p:nvPr/>
        </p:nvSpPr>
        <p:spPr>
          <a:xfrm>
            <a:off x="6254154" y="3046002"/>
            <a:ext cx="1152249" cy="398293"/>
          </a:xfrm>
          <a:prstGeom prst="roundRect">
            <a:avLst>
              <a:gd name="adj" fmla="val 7781"/>
            </a:avLst>
          </a:prstGeom>
          <a:solidFill>
            <a:srgbClr val="FFFF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rtlCol="0" anchor="t"/>
          <a:lstStyle/>
          <a:p>
            <a:pPr algn="ctr"/>
            <a:r>
              <a:rPr lang="en-CA" sz="1050" b="1" dirty="0">
                <a:solidFill>
                  <a:schemeClr val="tx1"/>
                </a:solidFill>
              </a:rPr>
              <a:t>BOC External Capacity PBI PRO</a:t>
            </a:r>
          </a:p>
        </p:txBody>
      </p:sp>
      <p:sp>
        <p:nvSpPr>
          <p:cNvPr id="3144" name="Rectangle: Rounded Corners 3143">
            <a:extLst>
              <a:ext uri="{FF2B5EF4-FFF2-40B4-BE49-F238E27FC236}">
                <a16:creationId xmlns:a16="http://schemas.microsoft.com/office/drawing/2014/main" id="{A73FE944-C72E-3626-12F3-A9CB982A7062}"/>
              </a:ext>
            </a:extLst>
          </p:cNvPr>
          <p:cNvSpPr/>
          <p:nvPr/>
        </p:nvSpPr>
        <p:spPr>
          <a:xfrm>
            <a:off x="3736419" y="2745969"/>
            <a:ext cx="4512418" cy="255189"/>
          </a:xfrm>
          <a:prstGeom prst="roundRect">
            <a:avLst>
              <a:gd name="adj" fmla="val 7781"/>
            </a:avLst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 kern="1200" dirty="0">
                <a:solidFill>
                  <a:schemeClr val="tx1"/>
                </a:solidFill>
              </a:rPr>
              <a:t>Power BI &amp; Power Platform Data Gateways </a:t>
            </a:r>
            <a:endParaRPr lang="en-CA" sz="1100" b="1" kern="1200" dirty="0">
              <a:solidFill>
                <a:schemeClr val="tx1"/>
              </a:solidFill>
            </a:endParaRPr>
          </a:p>
        </p:txBody>
      </p:sp>
      <p:sp>
        <p:nvSpPr>
          <p:cNvPr id="3194" name="TextBox 3193">
            <a:extLst>
              <a:ext uri="{FF2B5EF4-FFF2-40B4-BE49-F238E27FC236}">
                <a16:creationId xmlns:a16="http://schemas.microsoft.com/office/drawing/2014/main" id="{EA19BA9F-BAAE-319B-5F16-69FE6CC4FBC3}"/>
              </a:ext>
            </a:extLst>
          </p:cNvPr>
          <p:cNvSpPr txBox="1"/>
          <p:nvPr/>
        </p:nvSpPr>
        <p:spPr>
          <a:xfrm>
            <a:off x="4907656" y="1170462"/>
            <a:ext cx="2185302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highlight>
                  <a:srgbClr val="E1ECEA"/>
                </a:highlight>
              </a:rPr>
              <a:t>Tenant Administration: </a:t>
            </a:r>
            <a:r>
              <a:rPr lang="en-US" sz="1400" dirty="0">
                <a:highlight>
                  <a:srgbClr val="E1ECEA"/>
                </a:highlight>
              </a:rPr>
              <a:t>Louis Bergeron ITS</a:t>
            </a:r>
          </a:p>
        </p:txBody>
      </p:sp>
      <p:sp>
        <p:nvSpPr>
          <p:cNvPr id="3195" name="TextBox 3194">
            <a:extLst>
              <a:ext uri="{FF2B5EF4-FFF2-40B4-BE49-F238E27FC236}">
                <a16:creationId xmlns:a16="http://schemas.microsoft.com/office/drawing/2014/main" id="{CB51F97B-815B-69B4-316E-758611D6BB14}"/>
              </a:ext>
            </a:extLst>
          </p:cNvPr>
          <p:cNvSpPr txBox="1"/>
          <p:nvPr/>
        </p:nvSpPr>
        <p:spPr>
          <a:xfrm>
            <a:off x="1513058" y="1230238"/>
            <a:ext cx="19233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highlight>
                  <a:srgbClr val="F8D8CA"/>
                </a:highlight>
              </a:rPr>
              <a:t>CA Fabric Capacity Administration: </a:t>
            </a:r>
          </a:p>
          <a:p>
            <a:pPr algn="ctr"/>
            <a:r>
              <a:rPr lang="en-US" sz="1400" dirty="0">
                <a:highlight>
                  <a:srgbClr val="F8D8CA"/>
                </a:highlight>
              </a:rPr>
              <a:t>DDO CA</a:t>
            </a:r>
            <a:endParaRPr lang="en-US" sz="1200" dirty="0">
              <a:highlight>
                <a:srgbClr val="F8D8CA"/>
              </a:highlight>
            </a:endParaRPr>
          </a:p>
        </p:txBody>
      </p:sp>
      <p:sp>
        <p:nvSpPr>
          <p:cNvPr id="3196" name="TextBox 3195">
            <a:extLst>
              <a:ext uri="{FF2B5EF4-FFF2-40B4-BE49-F238E27FC236}">
                <a16:creationId xmlns:a16="http://schemas.microsoft.com/office/drawing/2014/main" id="{19B06130-48D9-0B59-6762-0F3AB6B57EE4}"/>
              </a:ext>
            </a:extLst>
          </p:cNvPr>
          <p:cNvSpPr txBox="1"/>
          <p:nvPr/>
        </p:nvSpPr>
        <p:spPr>
          <a:xfrm>
            <a:off x="8699125" y="1230238"/>
            <a:ext cx="16534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highlight>
                  <a:srgbClr val="F0B195"/>
                </a:highlight>
              </a:rPr>
              <a:t>AE Fabric Capacity Administration: </a:t>
            </a:r>
            <a:r>
              <a:rPr lang="en-US" sz="1400" dirty="0">
                <a:highlight>
                  <a:srgbClr val="F0B195"/>
                </a:highlight>
              </a:rPr>
              <a:t>DDO AE </a:t>
            </a:r>
          </a:p>
        </p:txBody>
      </p:sp>
      <p:pic>
        <p:nvPicPr>
          <p:cNvPr id="1025" name="Picture 22">
            <a:extLst>
              <a:ext uri="{FF2B5EF4-FFF2-40B4-BE49-F238E27FC236}">
                <a16:creationId xmlns:a16="http://schemas.microsoft.com/office/drawing/2014/main" id="{123CA47B-EE88-728F-8DFE-2753D4A77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06942" y="3245146"/>
            <a:ext cx="235505" cy="222603"/>
          </a:xfrm>
          <a:prstGeom prst="rect">
            <a:avLst/>
          </a:prstGeom>
        </p:spPr>
      </p:pic>
      <p:pic>
        <p:nvPicPr>
          <p:cNvPr id="1026" name="Picture 22">
            <a:extLst>
              <a:ext uri="{FF2B5EF4-FFF2-40B4-BE49-F238E27FC236}">
                <a16:creationId xmlns:a16="http://schemas.microsoft.com/office/drawing/2014/main" id="{E63804A9-C2DC-0806-5184-425A6EEE6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19413" y="3245147"/>
            <a:ext cx="235505" cy="222603"/>
          </a:xfrm>
          <a:prstGeom prst="rect">
            <a:avLst/>
          </a:prstGeom>
        </p:spPr>
      </p:pic>
      <p:pic>
        <p:nvPicPr>
          <p:cNvPr id="1027" name="Picture 6" descr="All Microsoft Fabric icons for diagramming - Sam Debruyn">
            <a:extLst>
              <a:ext uri="{FF2B5EF4-FFF2-40B4-BE49-F238E27FC236}">
                <a16:creationId xmlns:a16="http://schemas.microsoft.com/office/drawing/2014/main" id="{60ED1B90-3838-1D1D-3CD1-4E4F15652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458" y="4316404"/>
            <a:ext cx="194543" cy="171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8" name="Freeform: Shape 1027">
            <a:extLst>
              <a:ext uri="{FF2B5EF4-FFF2-40B4-BE49-F238E27FC236}">
                <a16:creationId xmlns:a16="http://schemas.microsoft.com/office/drawing/2014/main" id="{FA499EDF-2A87-3C69-DB4D-13168E249FB5}"/>
              </a:ext>
            </a:extLst>
          </p:cNvPr>
          <p:cNvSpPr/>
          <p:nvPr/>
        </p:nvSpPr>
        <p:spPr>
          <a:xfrm>
            <a:off x="2278569" y="4316404"/>
            <a:ext cx="759646" cy="203249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000" dirty="0"/>
              <a:t>L</a:t>
            </a:r>
            <a:r>
              <a:rPr lang="en-CA" sz="1000" kern="1200" dirty="0"/>
              <a:t>akehouse(s)</a:t>
            </a:r>
          </a:p>
        </p:txBody>
      </p:sp>
      <p:cxnSp>
        <p:nvCxnSpPr>
          <p:cNvPr id="1030" name="Straight Arrow Connector 1029">
            <a:extLst>
              <a:ext uri="{FF2B5EF4-FFF2-40B4-BE49-F238E27FC236}">
                <a16:creationId xmlns:a16="http://schemas.microsoft.com/office/drawing/2014/main" id="{EE916E08-7FFB-24A7-92C8-80CFCEE11643}"/>
              </a:ext>
            </a:extLst>
          </p:cNvPr>
          <p:cNvCxnSpPr>
            <a:cxnSpLocks/>
            <a:stCxn id="3195" idx="2"/>
            <a:endCxn id="3113" idx="0"/>
          </p:cNvCxnSpPr>
          <p:nvPr/>
        </p:nvCxnSpPr>
        <p:spPr>
          <a:xfrm>
            <a:off x="2474743" y="1968902"/>
            <a:ext cx="1" cy="1096460"/>
          </a:xfrm>
          <a:prstGeom prst="straightConnector1">
            <a:avLst/>
          </a:prstGeom>
          <a:ln w="28575">
            <a:solidFill>
              <a:srgbClr val="F8D8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Arrow Connector 1031">
            <a:extLst>
              <a:ext uri="{FF2B5EF4-FFF2-40B4-BE49-F238E27FC236}">
                <a16:creationId xmlns:a16="http://schemas.microsoft.com/office/drawing/2014/main" id="{FCC1B5A4-4C8F-DC7D-FAC4-6E8552AE950F}"/>
              </a:ext>
            </a:extLst>
          </p:cNvPr>
          <p:cNvCxnSpPr>
            <a:cxnSpLocks/>
            <a:stCxn id="3196" idx="2"/>
            <a:endCxn id="3148" idx="0"/>
          </p:cNvCxnSpPr>
          <p:nvPr/>
        </p:nvCxnSpPr>
        <p:spPr>
          <a:xfrm>
            <a:off x="9525871" y="1968902"/>
            <a:ext cx="1544" cy="1096460"/>
          </a:xfrm>
          <a:prstGeom prst="straightConnector1">
            <a:avLst/>
          </a:prstGeom>
          <a:ln w="28575">
            <a:solidFill>
              <a:srgbClr val="F0B19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AB778B7B-9B28-D275-2274-788F6050A4EC}"/>
              </a:ext>
            </a:extLst>
          </p:cNvPr>
          <p:cNvCxnSpPr>
            <a:cxnSpLocks/>
            <a:stCxn id="3194" idx="2"/>
            <a:endCxn id="50" idx="0"/>
          </p:cNvCxnSpPr>
          <p:nvPr/>
        </p:nvCxnSpPr>
        <p:spPr>
          <a:xfrm>
            <a:off x="6000307" y="1693682"/>
            <a:ext cx="0" cy="622744"/>
          </a:xfrm>
          <a:prstGeom prst="straightConnector1">
            <a:avLst/>
          </a:prstGeom>
          <a:ln w="28575">
            <a:solidFill>
              <a:srgbClr val="36A78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TextBox 1041">
            <a:extLst>
              <a:ext uri="{FF2B5EF4-FFF2-40B4-BE49-F238E27FC236}">
                <a16:creationId xmlns:a16="http://schemas.microsoft.com/office/drawing/2014/main" id="{67E08033-649C-264A-9F22-19C481629FD2}"/>
              </a:ext>
            </a:extLst>
          </p:cNvPr>
          <p:cNvSpPr txBox="1"/>
          <p:nvPr/>
        </p:nvSpPr>
        <p:spPr>
          <a:xfrm>
            <a:off x="7745317" y="5536900"/>
            <a:ext cx="2185302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highlight>
                  <a:srgbClr val="FFC800"/>
                </a:highlight>
              </a:rPr>
              <a:t>Domain Administration:</a:t>
            </a:r>
          </a:p>
          <a:p>
            <a:pPr algn="ctr"/>
            <a:r>
              <a:rPr lang="en-US" sz="1400" b="1" dirty="0">
                <a:highlight>
                  <a:srgbClr val="FFC800"/>
                </a:highlight>
              </a:rPr>
              <a:t>AE Business Departments</a:t>
            </a:r>
            <a:endParaRPr lang="en-US" sz="1400" dirty="0">
              <a:highlight>
                <a:srgbClr val="FFC800"/>
              </a:highlight>
            </a:endParaRPr>
          </a:p>
        </p:txBody>
      </p:sp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8399AF9B-72C1-6FEC-A463-FFCBF49EDF52}"/>
              </a:ext>
            </a:extLst>
          </p:cNvPr>
          <p:cNvCxnSpPr>
            <a:cxnSpLocks/>
            <a:stCxn id="1042" idx="0"/>
            <a:endCxn id="33" idx="2"/>
          </p:cNvCxnSpPr>
          <p:nvPr/>
        </p:nvCxnSpPr>
        <p:spPr>
          <a:xfrm flipH="1" flipV="1">
            <a:off x="8820978" y="4666504"/>
            <a:ext cx="16990" cy="870396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" name="TextBox 1048">
            <a:extLst>
              <a:ext uri="{FF2B5EF4-FFF2-40B4-BE49-F238E27FC236}">
                <a16:creationId xmlns:a16="http://schemas.microsoft.com/office/drawing/2014/main" id="{01FF819A-1176-57BF-D294-FC6DDA5D32AE}"/>
              </a:ext>
            </a:extLst>
          </p:cNvPr>
          <p:cNvSpPr txBox="1"/>
          <p:nvPr/>
        </p:nvSpPr>
        <p:spPr>
          <a:xfrm>
            <a:off x="2376480" y="5478768"/>
            <a:ext cx="2185302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highlight>
                  <a:srgbClr val="36A789"/>
                </a:highlight>
              </a:rPr>
              <a:t>Domain Administration:</a:t>
            </a:r>
          </a:p>
          <a:p>
            <a:pPr algn="ctr"/>
            <a:r>
              <a:rPr lang="en-US" sz="1400" b="1" dirty="0">
                <a:highlight>
                  <a:srgbClr val="36A789"/>
                </a:highlight>
              </a:rPr>
              <a:t>CA Business Departments</a:t>
            </a:r>
            <a:endParaRPr lang="en-US" sz="1400" dirty="0">
              <a:highlight>
                <a:srgbClr val="36A789"/>
              </a:highlight>
            </a:endParaRPr>
          </a:p>
        </p:txBody>
      </p:sp>
      <p:cxnSp>
        <p:nvCxnSpPr>
          <p:cNvPr id="1050" name="Straight Arrow Connector 1049">
            <a:extLst>
              <a:ext uri="{FF2B5EF4-FFF2-40B4-BE49-F238E27FC236}">
                <a16:creationId xmlns:a16="http://schemas.microsoft.com/office/drawing/2014/main" id="{A4CFABC5-B106-ED0F-647B-44DC67D0D41A}"/>
              </a:ext>
            </a:extLst>
          </p:cNvPr>
          <p:cNvCxnSpPr>
            <a:cxnSpLocks/>
          </p:cNvCxnSpPr>
          <p:nvPr/>
        </p:nvCxnSpPr>
        <p:spPr>
          <a:xfrm flipV="1">
            <a:off x="2913218" y="4701041"/>
            <a:ext cx="0" cy="77772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7" name="TextBox 1056">
            <a:extLst>
              <a:ext uri="{FF2B5EF4-FFF2-40B4-BE49-F238E27FC236}">
                <a16:creationId xmlns:a16="http://schemas.microsoft.com/office/drawing/2014/main" id="{72E2319D-0F91-427D-17AF-F4832DD936F6}"/>
              </a:ext>
            </a:extLst>
          </p:cNvPr>
          <p:cNvSpPr txBox="1"/>
          <p:nvPr/>
        </p:nvSpPr>
        <p:spPr>
          <a:xfrm>
            <a:off x="793566" y="5148141"/>
            <a:ext cx="21490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Business Data Products Mgmt.</a:t>
            </a:r>
            <a:endParaRPr lang="en-CA" sz="1200" dirty="0"/>
          </a:p>
        </p:txBody>
      </p:sp>
      <p:cxnSp>
        <p:nvCxnSpPr>
          <p:cNvPr id="1059" name="Straight Arrow Connector 1058">
            <a:extLst>
              <a:ext uri="{FF2B5EF4-FFF2-40B4-BE49-F238E27FC236}">
                <a16:creationId xmlns:a16="http://schemas.microsoft.com/office/drawing/2014/main" id="{AF61E865-6E06-B5FD-CA9B-D3764D35B0B0}"/>
              </a:ext>
            </a:extLst>
          </p:cNvPr>
          <p:cNvCxnSpPr>
            <a:cxnSpLocks/>
          </p:cNvCxnSpPr>
          <p:nvPr/>
        </p:nvCxnSpPr>
        <p:spPr>
          <a:xfrm flipV="1">
            <a:off x="4010512" y="4867835"/>
            <a:ext cx="0" cy="610933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Arrow Connector 1061">
            <a:extLst>
              <a:ext uri="{FF2B5EF4-FFF2-40B4-BE49-F238E27FC236}">
                <a16:creationId xmlns:a16="http://schemas.microsoft.com/office/drawing/2014/main" id="{159FB250-D98B-148F-FB33-9D1471AD50E3}"/>
              </a:ext>
            </a:extLst>
          </p:cNvPr>
          <p:cNvCxnSpPr>
            <a:cxnSpLocks/>
          </p:cNvCxnSpPr>
          <p:nvPr/>
        </p:nvCxnSpPr>
        <p:spPr>
          <a:xfrm flipV="1">
            <a:off x="8020072" y="4867835"/>
            <a:ext cx="0" cy="669065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5" name="TextBox 1064">
            <a:extLst>
              <a:ext uri="{FF2B5EF4-FFF2-40B4-BE49-F238E27FC236}">
                <a16:creationId xmlns:a16="http://schemas.microsoft.com/office/drawing/2014/main" id="{12F7D441-CF0F-AD27-D545-53673129CCAD}"/>
              </a:ext>
            </a:extLst>
          </p:cNvPr>
          <p:cNvSpPr txBox="1"/>
          <p:nvPr/>
        </p:nvSpPr>
        <p:spPr>
          <a:xfrm>
            <a:off x="3845502" y="5215820"/>
            <a:ext cx="1432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BI Self-service</a:t>
            </a:r>
            <a:endParaRPr lang="en-CA" sz="1200" dirty="0"/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2208599F-1563-7D93-7AD8-12EFBBCDAA7B}"/>
              </a:ext>
            </a:extLst>
          </p:cNvPr>
          <p:cNvSpPr txBox="1"/>
          <p:nvPr/>
        </p:nvSpPr>
        <p:spPr>
          <a:xfrm>
            <a:off x="5953490" y="1856819"/>
            <a:ext cx="17535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Tenant Platform mgmt.</a:t>
            </a:r>
            <a:endParaRPr lang="en-CA" sz="1200" dirty="0"/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82D04DF-9FE4-7E1E-8096-F83A593304D4}"/>
              </a:ext>
            </a:extLst>
          </p:cNvPr>
          <p:cNvSpPr txBox="1"/>
          <p:nvPr/>
        </p:nvSpPr>
        <p:spPr>
          <a:xfrm>
            <a:off x="9402811" y="2414424"/>
            <a:ext cx="17535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Tenant Capacity mgmt.</a:t>
            </a:r>
            <a:endParaRPr lang="en-CA" sz="1200" dirty="0"/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951743F3-669B-B009-2BD6-B5D14A021058}"/>
              </a:ext>
            </a:extLst>
          </p:cNvPr>
          <p:cNvSpPr txBox="1"/>
          <p:nvPr/>
        </p:nvSpPr>
        <p:spPr>
          <a:xfrm>
            <a:off x="789981" y="2336458"/>
            <a:ext cx="17535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Tenant Capacity mgmt.</a:t>
            </a:r>
            <a:endParaRPr lang="en-CA" sz="1200" dirty="0"/>
          </a:p>
        </p:txBody>
      </p:sp>
      <p:pic>
        <p:nvPicPr>
          <p:cNvPr id="2" name="Picture 6" descr="All Microsoft Fabric icons for diagramming - Sam Debruyn">
            <a:extLst>
              <a:ext uri="{FF2B5EF4-FFF2-40B4-BE49-F238E27FC236}">
                <a16:creationId xmlns:a16="http://schemas.microsoft.com/office/drawing/2014/main" id="{035F2B39-B3B9-169E-AC3E-98A2EE009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3946" y="4306774"/>
            <a:ext cx="194543" cy="171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D110D9B-E18C-90A1-8044-E8DAE4ADC81C}"/>
              </a:ext>
            </a:extLst>
          </p:cNvPr>
          <p:cNvSpPr/>
          <p:nvPr/>
        </p:nvSpPr>
        <p:spPr>
          <a:xfrm>
            <a:off x="9457057" y="4306774"/>
            <a:ext cx="759646" cy="203249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000" dirty="0"/>
              <a:t>L</a:t>
            </a:r>
            <a:r>
              <a:rPr lang="en-CA" sz="1000" kern="1200" dirty="0"/>
              <a:t>akehouse(s)</a:t>
            </a:r>
          </a:p>
        </p:txBody>
      </p:sp>
      <p:pic>
        <p:nvPicPr>
          <p:cNvPr id="19" name="Picture 14" descr="Paginated Report">
            <a:extLst>
              <a:ext uri="{FF2B5EF4-FFF2-40B4-BE49-F238E27FC236}">
                <a16:creationId xmlns:a16="http://schemas.microsoft.com/office/drawing/2014/main" id="{8C98FE59-E840-0D88-28FE-FECDC96CE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996" y="4295972"/>
            <a:ext cx="248842" cy="21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ED01BB-9540-5932-6AFA-E0F28C3930CF}"/>
              </a:ext>
            </a:extLst>
          </p:cNvPr>
          <p:cNvSpPr/>
          <p:nvPr/>
        </p:nvSpPr>
        <p:spPr>
          <a:xfrm>
            <a:off x="4054892" y="4310572"/>
            <a:ext cx="681074" cy="189407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marL="0" lvl="0" indent="0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000" kern="1200" dirty="0"/>
              <a:t>BI report</a:t>
            </a:r>
          </a:p>
        </p:txBody>
      </p:sp>
      <p:pic>
        <p:nvPicPr>
          <p:cNvPr id="23" name="Picture 14" descr="Paginated Report">
            <a:extLst>
              <a:ext uri="{FF2B5EF4-FFF2-40B4-BE49-F238E27FC236}">
                <a16:creationId xmlns:a16="http://schemas.microsoft.com/office/drawing/2014/main" id="{71DF901B-4859-BA10-20A5-E0213C765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4639" y="4268899"/>
            <a:ext cx="248842" cy="21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58E7720-0E63-017E-073D-4976DE549137}"/>
              </a:ext>
            </a:extLst>
          </p:cNvPr>
          <p:cNvSpPr/>
          <p:nvPr/>
        </p:nvSpPr>
        <p:spPr>
          <a:xfrm>
            <a:off x="7679535" y="4283499"/>
            <a:ext cx="681074" cy="189407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marL="0" lvl="0" indent="0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000" kern="1200" dirty="0"/>
              <a:t>BI report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AAB39E6-79AC-E3C8-963E-13D589651148}"/>
              </a:ext>
            </a:extLst>
          </p:cNvPr>
          <p:cNvSpPr/>
          <p:nvPr/>
        </p:nvSpPr>
        <p:spPr>
          <a:xfrm>
            <a:off x="5109657" y="3935247"/>
            <a:ext cx="1846643" cy="728599"/>
          </a:xfrm>
          <a:prstGeom prst="roundRect">
            <a:avLst>
              <a:gd name="adj" fmla="val 4355"/>
            </a:avLst>
          </a:prstGeom>
          <a:solidFill>
            <a:schemeClr val="accent3">
              <a:lumMod val="20000"/>
              <a:lumOff val="80000"/>
              <a:alpha val="88000"/>
            </a:schemeClr>
          </a:solidFill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1200" b="1" dirty="0">
                <a:solidFill>
                  <a:schemeClr val="tx1"/>
                </a:solidFill>
              </a:rPr>
              <a:t>Personal BI Self-service</a:t>
            </a:r>
          </a:p>
        </p:txBody>
      </p:sp>
      <p:pic>
        <p:nvPicPr>
          <p:cNvPr id="36" name="Picture 14" descr="Paginated Report">
            <a:extLst>
              <a:ext uri="{FF2B5EF4-FFF2-40B4-BE49-F238E27FC236}">
                <a16:creationId xmlns:a16="http://schemas.microsoft.com/office/drawing/2014/main" id="{B725BF1D-FB9D-F13C-43B6-62CB4379A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816" y="4310088"/>
            <a:ext cx="248842" cy="21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3574D69-6B78-0AB4-A5D9-92FE28712FD0}"/>
              </a:ext>
            </a:extLst>
          </p:cNvPr>
          <p:cNvSpPr/>
          <p:nvPr/>
        </p:nvSpPr>
        <p:spPr>
          <a:xfrm>
            <a:off x="5800712" y="4324688"/>
            <a:ext cx="681074" cy="189407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marL="0" lvl="0" indent="0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1000" kern="1200" dirty="0"/>
              <a:t>BI report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39465F-12E1-4C8D-26C1-2CA122A0CC72}"/>
              </a:ext>
            </a:extLst>
          </p:cNvPr>
          <p:cNvSpPr txBox="1"/>
          <p:nvPr/>
        </p:nvSpPr>
        <p:spPr>
          <a:xfrm>
            <a:off x="9007338" y="5189725"/>
            <a:ext cx="21490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Business Data Products Mgmt.</a:t>
            </a:r>
            <a:endParaRPr lang="en-CA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EE1060-80B3-5A75-74D8-92C55E42E193}"/>
              </a:ext>
            </a:extLst>
          </p:cNvPr>
          <p:cNvSpPr txBox="1"/>
          <p:nvPr/>
        </p:nvSpPr>
        <p:spPr>
          <a:xfrm>
            <a:off x="6439899" y="5215820"/>
            <a:ext cx="1432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BI Self-service</a:t>
            </a:r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1967290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55A324FE-E2E0-719F-2479-4AEE733F256D}"/>
              </a:ext>
            </a:extLst>
          </p:cNvPr>
          <p:cNvSpPr/>
          <p:nvPr/>
        </p:nvSpPr>
        <p:spPr>
          <a:xfrm>
            <a:off x="509753" y="2067330"/>
            <a:ext cx="3992668" cy="3056900"/>
          </a:xfrm>
          <a:prstGeom prst="rect">
            <a:avLst/>
          </a:prstGeom>
          <a:solidFill>
            <a:srgbClr val="E1ECE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t"/>
          <a:lstStyle/>
          <a:p>
            <a:pPr algn="ctr"/>
            <a:r>
              <a:rPr lang="en-CA" sz="2000" b="1" kern="1200" dirty="0">
                <a:solidFill>
                  <a:schemeClr val="tx1"/>
                </a:solidFill>
              </a:rPr>
              <a:t>BoC Fabric Tenant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634F2B-06D0-910B-F457-D2D905D80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753" y="223951"/>
            <a:ext cx="10506456" cy="563195"/>
          </a:xfrm>
        </p:spPr>
        <p:txBody>
          <a:bodyPr anchor="t">
            <a:noAutofit/>
          </a:bodyPr>
          <a:lstStyle/>
          <a:p>
            <a:pPr algn="ctr"/>
            <a:r>
              <a:rPr lang="en-CA" sz="3200" i="0" dirty="0" err="1">
                <a:effectLst/>
                <a:latin typeface="Segoe UI" panose="020B0502040204020203" pitchFamily="34" charset="0"/>
              </a:rPr>
              <a:t>BoCAD</a:t>
            </a:r>
            <a:r>
              <a:rPr lang="en-CA" sz="3200" i="0" dirty="0">
                <a:effectLst/>
                <a:latin typeface="Segoe UI" panose="020B0502040204020203" pitchFamily="34" charset="0"/>
              </a:rPr>
              <a:t> Fabric Admins levels – Main Support Processes</a:t>
            </a:r>
            <a:endParaRPr lang="en-CA" sz="3200" dirty="0"/>
          </a:p>
        </p:txBody>
      </p:sp>
      <p:sp>
        <p:nvSpPr>
          <p:cNvPr id="3113" name="Rectangle: Rounded Corners 3112">
            <a:extLst>
              <a:ext uri="{FF2B5EF4-FFF2-40B4-BE49-F238E27FC236}">
                <a16:creationId xmlns:a16="http://schemas.microsoft.com/office/drawing/2014/main" id="{D304FDAE-021B-8BA7-DA4C-531F4C57D79C}"/>
              </a:ext>
            </a:extLst>
          </p:cNvPr>
          <p:cNvSpPr/>
          <p:nvPr/>
        </p:nvSpPr>
        <p:spPr>
          <a:xfrm>
            <a:off x="4682989" y="2827012"/>
            <a:ext cx="3141757" cy="2315149"/>
          </a:xfrm>
          <a:prstGeom prst="roundRect">
            <a:avLst>
              <a:gd name="adj" fmla="val 7781"/>
            </a:avLst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3200"/>
          </a:p>
        </p:txBody>
      </p:sp>
      <p:sp>
        <p:nvSpPr>
          <p:cNvPr id="3114" name="Freeform: Shape 3113">
            <a:extLst>
              <a:ext uri="{FF2B5EF4-FFF2-40B4-BE49-F238E27FC236}">
                <a16:creationId xmlns:a16="http://schemas.microsoft.com/office/drawing/2014/main" id="{F78A6447-80F9-FA9C-FE4D-55D5D58BB4FA}"/>
              </a:ext>
            </a:extLst>
          </p:cNvPr>
          <p:cNvSpPr/>
          <p:nvPr/>
        </p:nvSpPr>
        <p:spPr>
          <a:xfrm>
            <a:off x="5189356" y="2932406"/>
            <a:ext cx="2272395" cy="224766"/>
          </a:xfrm>
          <a:custGeom>
            <a:avLst/>
            <a:gdLst>
              <a:gd name="connsiteX0" fmla="*/ 0 w 1550487"/>
              <a:gd name="connsiteY0" fmla="*/ 0 h 496155"/>
              <a:gd name="connsiteX1" fmla="*/ 1550487 w 1550487"/>
              <a:gd name="connsiteY1" fmla="*/ 0 h 496155"/>
              <a:gd name="connsiteX2" fmla="*/ 1550487 w 1550487"/>
              <a:gd name="connsiteY2" fmla="*/ 496155 h 496155"/>
              <a:gd name="connsiteX3" fmla="*/ 0 w 1550487"/>
              <a:gd name="connsiteY3" fmla="*/ 496155 h 496155"/>
              <a:gd name="connsiteX4" fmla="*/ 0 w 1550487"/>
              <a:gd name="connsiteY4" fmla="*/ 0 h 4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487" h="496155">
                <a:moveTo>
                  <a:pt x="0" y="0"/>
                </a:moveTo>
                <a:lnTo>
                  <a:pt x="1550487" y="0"/>
                </a:lnTo>
                <a:lnTo>
                  <a:pt x="1550487" y="496155"/>
                </a:lnTo>
                <a:lnTo>
                  <a:pt x="0" y="49615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795" tIns="10795" rIns="10795" bIns="10795" numCol="1" spcCol="1270" anchor="ctr" anchorCtr="0">
            <a:noAutofit/>
          </a:bodyPr>
          <a:lstStyle/>
          <a:p>
            <a:pPr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CA" b="1" dirty="0"/>
              <a:t>Fabric CAPACITY Level</a:t>
            </a:r>
          </a:p>
        </p:txBody>
      </p:sp>
      <p:sp>
        <p:nvSpPr>
          <p:cNvPr id="3117" name="Rectangle: Rounded Corners 3116">
            <a:extLst>
              <a:ext uri="{FF2B5EF4-FFF2-40B4-BE49-F238E27FC236}">
                <a16:creationId xmlns:a16="http://schemas.microsoft.com/office/drawing/2014/main" id="{9792A9AB-03B5-E9E9-061C-5CFB65A77C8F}"/>
              </a:ext>
            </a:extLst>
          </p:cNvPr>
          <p:cNvSpPr/>
          <p:nvPr/>
        </p:nvSpPr>
        <p:spPr>
          <a:xfrm>
            <a:off x="8005314" y="3329137"/>
            <a:ext cx="3241033" cy="2468880"/>
          </a:xfrm>
          <a:prstGeom prst="roundRect">
            <a:avLst>
              <a:gd name="adj" fmla="val 4355"/>
            </a:avLst>
          </a:prstGeom>
          <a:solidFill>
            <a:schemeClr val="accent2">
              <a:alpha val="88000"/>
            </a:schemeClr>
          </a:solidFill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Business Domains Level</a:t>
            </a:r>
          </a:p>
        </p:txBody>
      </p:sp>
      <p:pic>
        <p:nvPicPr>
          <p:cNvPr id="3112" name="Picture 22">
            <a:extLst>
              <a:ext uri="{FF2B5EF4-FFF2-40B4-BE49-F238E27FC236}">
                <a16:creationId xmlns:a16="http://schemas.microsoft.com/office/drawing/2014/main" id="{FD021007-8315-3955-C318-AA60F9C1F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4023" y="2125730"/>
            <a:ext cx="235505" cy="222603"/>
          </a:xfrm>
          <a:prstGeom prst="rect">
            <a:avLst/>
          </a:prstGeom>
        </p:spPr>
      </p:pic>
      <p:sp>
        <p:nvSpPr>
          <p:cNvPr id="1076" name="Arrow: Pentagon 1075">
            <a:extLst>
              <a:ext uri="{FF2B5EF4-FFF2-40B4-BE49-F238E27FC236}">
                <a16:creationId xmlns:a16="http://schemas.microsoft.com/office/drawing/2014/main" id="{B906F1D8-30D4-05CD-D9C6-B873D1A9D415}"/>
              </a:ext>
            </a:extLst>
          </p:cNvPr>
          <p:cNvSpPr/>
          <p:nvPr/>
        </p:nvSpPr>
        <p:spPr>
          <a:xfrm>
            <a:off x="601888" y="2590385"/>
            <a:ext cx="3732564" cy="197811"/>
          </a:xfrm>
          <a:prstGeom prst="homePlate">
            <a:avLst>
              <a:gd name="adj" fmla="val 3978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93663">
              <a:tabLst>
                <a:tab pos="0" algn="l"/>
              </a:tabLst>
            </a:pPr>
            <a:r>
              <a:rPr lang="en-CA" sz="1200" dirty="0">
                <a:solidFill>
                  <a:schemeClr val="tx1"/>
                </a:solidFill>
              </a:rPr>
              <a:t>Tenant Global configuration and support.</a:t>
            </a:r>
          </a:p>
        </p:txBody>
      </p:sp>
      <p:sp>
        <p:nvSpPr>
          <p:cNvPr id="1077" name="Arrow: Pentagon 1076">
            <a:extLst>
              <a:ext uri="{FF2B5EF4-FFF2-40B4-BE49-F238E27FC236}">
                <a16:creationId xmlns:a16="http://schemas.microsoft.com/office/drawing/2014/main" id="{E97F4B7D-1796-5E9B-5391-A0762802FC03}"/>
              </a:ext>
            </a:extLst>
          </p:cNvPr>
          <p:cNvSpPr/>
          <p:nvPr/>
        </p:nvSpPr>
        <p:spPr>
          <a:xfrm>
            <a:off x="601659" y="3006424"/>
            <a:ext cx="3725045" cy="197811"/>
          </a:xfrm>
          <a:prstGeom prst="homePlate">
            <a:avLst>
              <a:gd name="adj" fmla="val 3978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93663">
              <a:tabLst>
                <a:tab pos="0" algn="l"/>
              </a:tabLst>
            </a:pPr>
            <a:r>
              <a:rPr lang="en-CA" sz="1200" dirty="0">
                <a:solidFill>
                  <a:schemeClr val="tx1"/>
                </a:solidFill>
              </a:rPr>
              <a:t>Tenant Level New features Assessment ( Cyber, ATIP )</a:t>
            </a:r>
          </a:p>
        </p:txBody>
      </p:sp>
      <p:sp>
        <p:nvSpPr>
          <p:cNvPr id="1078" name="Arrow: Pentagon 1077">
            <a:extLst>
              <a:ext uri="{FF2B5EF4-FFF2-40B4-BE49-F238E27FC236}">
                <a16:creationId xmlns:a16="http://schemas.microsoft.com/office/drawing/2014/main" id="{1EA2054E-6A66-E923-75F4-543FE2CF4C88}"/>
              </a:ext>
            </a:extLst>
          </p:cNvPr>
          <p:cNvSpPr/>
          <p:nvPr/>
        </p:nvSpPr>
        <p:spPr>
          <a:xfrm>
            <a:off x="601659" y="2801887"/>
            <a:ext cx="3732564" cy="197811"/>
          </a:xfrm>
          <a:prstGeom prst="homePlate">
            <a:avLst>
              <a:gd name="adj" fmla="val 3978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93663">
              <a:tabLst>
                <a:tab pos="0" algn="l"/>
              </a:tabLst>
            </a:pPr>
            <a:r>
              <a:rPr lang="en-CA" sz="1200" dirty="0">
                <a:solidFill>
                  <a:schemeClr val="tx1"/>
                </a:solidFill>
              </a:rPr>
              <a:t>Tenant Global Performance and Usage Mgmt. </a:t>
            </a:r>
          </a:p>
        </p:txBody>
      </p:sp>
      <p:sp>
        <p:nvSpPr>
          <p:cNvPr id="1081" name="Arrow: Pentagon 1080">
            <a:extLst>
              <a:ext uri="{FF2B5EF4-FFF2-40B4-BE49-F238E27FC236}">
                <a16:creationId xmlns:a16="http://schemas.microsoft.com/office/drawing/2014/main" id="{1AA0D641-5889-C2F6-1111-11EA54B3ACB8}"/>
              </a:ext>
            </a:extLst>
          </p:cNvPr>
          <p:cNvSpPr/>
          <p:nvPr/>
        </p:nvSpPr>
        <p:spPr>
          <a:xfrm>
            <a:off x="610481" y="3211439"/>
            <a:ext cx="3732563" cy="194681"/>
          </a:xfrm>
          <a:prstGeom prst="homePlate">
            <a:avLst>
              <a:gd name="adj" fmla="val 3978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93663">
              <a:tabLst>
                <a:tab pos="0" algn="l"/>
              </a:tabLst>
            </a:pPr>
            <a:r>
              <a:rPr lang="en-CA" sz="1200" dirty="0">
                <a:solidFill>
                  <a:schemeClr val="tx1"/>
                </a:solidFill>
              </a:rPr>
              <a:t>Tenant Domain Provisioning.</a:t>
            </a:r>
          </a:p>
        </p:txBody>
      </p:sp>
      <p:sp>
        <p:nvSpPr>
          <p:cNvPr id="1082" name="Arrow: Pentagon 1081">
            <a:extLst>
              <a:ext uri="{FF2B5EF4-FFF2-40B4-BE49-F238E27FC236}">
                <a16:creationId xmlns:a16="http://schemas.microsoft.com/office/drawing/2014/main" id="{42E18263-4142-E698-463E-D6B7ECF3D491}"/>
              </a:ext>
            </a:extLst>
          </p:cNvPr>
          <p:cNvSpPr/>
          <p:nvPr/>
        </p:nvSpPr>
        <p:spPr>
          <a:xfrm>
            <a:off x="8192922" y="5011478"/>
            <a:ext cx="2923234" cy="247391"/>
          </a:xfrm>
          <a:prstGeom prst="homePlate">
            <a:avLst>
              <a:gd name="adj" fmla="val 3978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93663">
              <a:tabLst>
                <a:tab pos="0" algn="l"/>
              </a:tabLst>
            </a:pPr>
            <a:r>
              <a:rPr lang="en-CA" sz="1200" dirty="0">
                <a:solidFill>
                  <a:schemeClr val="tx1"/>
                </a:solidFill>
              </a:rPr>
              <a:t>Workspace  and Data administration.</a:t>
            </a:r>
          </a:p>
        </p:txBody>
      </p:sp>
      <p:sp>
        <p:nvSpPr>
          <p:cNvPr id="3072" name="Arrow: Pentagon 3071">
            <a:extLst>
              <a:ext uri="{FF2B5EF4-FFF2-40B4-BE49-F238E27FC236}">
                <a16:creationId xmlns:a16="http://schemas.microsoft.com/office/drawing/2014/main" id="{BBB9059F-067E-0905-011C-95E773C1138A}"/>
              </a:ext>
            </a:extLst>
          </p:cNvPr>
          <p:cNvSpPr/>
          <p:nvPr/>
        </p:nvSpPr>
        <p:spPr>
          <a:xfrm>
            <a:off x="4805139" y="3395054"/>
            <a:ext cx="2881287" cy="196560"/>
          </a:xfrm>
          <a:prstGeom prst="homePlate">
            <a:avLst>
              <a:gd name="adj" fmla="val 3978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93663" algn="ctr">
              <a:tabLst>
                <a:tab pos="0" algn="l"/>
              </a:tabLst>
            </a:pPr>
            <a:r>
              <a:rPr lang="en-CA" sz="1200" dirty="0">
                <a:solidFill>
                  <a:schemeClr val="tx1"/>
                </a:solidFill>
              </a:rPr>
              <a:t>Capacity configuration and support.</a:t>
            </a:r>
          </a:p>
        </p:txBody>
      </p:sp>
      <p:sp>
        <p:nvSpPr>
          <p:cNvPr id="3073" name="Arrow: Pentagon 3072">
            <a:extLst>
              <a:ext uri="{FF2B5EF4-FFF2-40B4-BE49-F238E27FC236}">
                <a16:creationId xmlns:a16="http://schemas.microsoft.com/office/drawing/2014/main" id="{81AC6028-69BC-DE16-BE7D-A8FF197C73CD}"/>
              </a:ext>
            </a:extLst>
          </p:cNvPr>
          <p:cNvSpPr/>
          <p:nvPr/>
        </p:nvSpPr>
        <p:spPr>
          <a:xfrm>
            <a:off x="4805140" y="4531800"/>
            <a:ext cx="6302976" cy="230953"/>
          </a:xfrm>
          <a:prstGeom prst="homePlate">
            <a:avLst>
              <a:gd name="adj" fmla="val 39787"/>
            </a:avLst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93663">
              <a:tabLst>
                <a:tab pos="0" algn="l"/>
              </a:tabLst>
            </a:pPr>
            <a:r>
              <a:rPr lang="en-CA" sz="1200" b="1" dirty="0">
                <a:solidFill>
                  <a:schemeClr val="tx1"/>
                </a:solidFill>
              </a:rPr>
              <a:t>Capacity New features Assessment ( Cyber, ATIP )</a:t>
            </a:r>
          </a:p>
        </p:txBody>
      </p:sp>
      <p:sp>
        <p:nvSpPr>
          <p:cNvPr id="3074" name="Arrow: Pentagon 3073">
            <a:extLst>
              <a:ext uri="{FF2B5EF4-FFF2-40B4-BE49-F238E27FC236}">
                <a16:creationId xmlns:a16="http://schemas.microsoft.com/office/drawing/2014/main" id="{8D43E573-F787-3E41-F3D6-D3ED1B6F5F7B}"/>
              </a:ext>
            </a:extLst>
          </p:cNvPr>
          <p:cNvSpPr/>
          <p:nvPr/>
        </p:nvSpPr>
        <p:spPr>
          <a:xfrm>
            <a:off x="4813180" y="4775732"/>
            <a:ext cx="6302976" cy="202979"/>
          </a:xfrm>
          <a:prstGeom prst="homePlate">
            <a:avLst>
              <a:gd name="adj" fmla="val 39787"/>
            </a:avLst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93663">
              <a:tabLst>
                <a:tab pos="0" algn="l"/>
              </a:tabLst>
            </a:pPr>
            <a:r>
              <a:rPr lang="en-CA" sz="1200" b="1" dirty="0">
                <a:solidFill>
                  <a:schemeClr val="tx1"/>
                </a:solidFill>
              </a:rPr>
              <a:t>Capacity Performance and Usage Mgmt. </a:t>
            </a:r>
          </a:p>
        </p:txBody>
      </p:sp>
      <p:sp>
        <p:nvSpPr>
          <p:cNvPr id="3076" name="Arrow: Pentagon 3075">
            <a:extLst>
              <a:ext uri="{FF2B5EF4-FFF2-40B4-BE49-F238E27FC236}">
                <a16:creationId xmlns:a16="http://schemas.microsoft.com/office/drawing/2014/main" id="{B1D8DD34-4405-B743-46E3-DC50C4F42BE1}"/>
              </a:ext>
            </a:extLst>
          </p:cNvPr>
          <p:cNvSpPr/>
          <p:nvPr/>
        </p:nvSpPr>
        <p:spPr>
          <a:xfrm>
            <a:off x="604327" y="3417479"/>
            <a:ext cx="3702340" cy="184969"/>
          </a:xfrm>
          <a:prstGeom prst="homePlate">
            <a:avLst>
              <a:gd name="adj" fmla="val 3978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93663">
              <a:tabLst>
                <a:tab pos="0" algn="l"/>
              </a:tabLst>
            </a:pPr>
            <a:r>
              <a:rPr lang="en-CA" sz="1200" dirty="0">
                <a:solidFill>
                  <a:schemeClr val="tx1"/>
                </a:solidFill>
              </a:rPr>
              <a:t>Tenant Data Gateways Infrastructure</a:t>
            </a:r>
          </a:p>
        </p:txBody>
      </p:sp>
      <p:sp>
        <p:nvSpPr>
          <p:cNvPr id="3077" name="Arrow: Pentagon 3076">
            <a:extLst>
              <a:ext uri="{FF2B5EF4-FFF2-40B4-BE49-F238E27FC236}">
                <a16:creationId xmlns:a16="http://schemas.microsoft.com/office/drawing/2014/main" id="{C9A3F807-4EE2-547E-F369-EBCF07140105}"/>
              </a:ext>
            </a:extLst>
          </p:cNvPr>
          <p:cNvSpPr/>
          <p:nvPr/>
        </p:nvSpPr>
        <p:spPr>
          <a:xfrm>
            <a:off x="601659" y="3869520"/>
            <a:ext cx="10506458" cy="206415"/>
          </a:xfrm>
          <a:prstGeom prst="homePlate">
            <a:avLst>
              <a:gd name="adj" fmla="val 39787"/>
            </a:avLst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93663">
              <a:tabLst>
                <a:tab pos="0" algn="l"/>
              </a:tabLst>
            </a:pPr>
            <a:r>
              <a:rPr lang="en-CA" sz="1200" b="1" dirty="0">
                <a:solidFill>
                  <a:schemeClr val="tx1"/>
                </a:solidFill>
              </a:rPr>
              <a:t>Tenant Data Architecture for Platform and Data Solutions support</a:t>
            </a:r>
          </a:p>
        </p:txBody>
      </p:sp>
      <p:sp>
        <p:nvSpPr>
          <p:cNvPr id="3078" name="Arrow: Pentagon 3077">
            <a:extLst>
              <a:ext uri="{FF2B5EF4-FFF2-40B4-BE49-F238E27FC236}">
                <a16:creationId xmlns:a16="http://schemas.microsoft.com/office/drawing/2014/main" id="{51B28C95-7E66-E118-ED13-D82C0A5A2407}"/>
              </a:ext>
            </a:extLst>
          </p:cNvPr>
          <p:cNvSpPr/>
          <p:nvPr/>
        </p:nvSpPr>
        <p:spPr>
          <a:xfrm>
            <a:off x="8192923" y="5227961"/>
            <a:ext cx="2923234" cy="243907"/>
          </a:xfrm>
          <a:prstGeom prst="homePlate">
            <a:avLst>
              <a:gd name="adj" fmla="val 3978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93663">
              <a:tabLst>
                <a:tab pos="0" algn="l"/>
              </a:tabLst>
            </a:pPr>
            <a:r>
              <a:rPr lang="en-CA" sz="1200" dirty="0">
                <a:solidFill>
                  <a:schemeClr val="tx1"/>
                </a:solidFill>
              </a:rPr>
              <a:t>Data Gateways Connections mgmt.</a:t>
            </a:r>
          </a:p>
        </p:txBody>
      </p:sp>
      <p:sp>
        <p:nvSpPr>
          <p:cNvPr id="3079" name="Arrow: Pentagon 3078">
            <a:extLst>
              <a:ext uri="{FF2B5EF4-FFF2-40B4-BE49-F238E27FC236}">
                <a16:creationId xmlns:a16="http://schemas.microsoft.com/office/drawing/2014/main" id="{58968FDE-9158-7DE3-DA69-76AEA9A5B70E}"/>
              </a:ext>
            </a:extLst>
          </p:cNvPr>
          <p:cNvSpPr/>
          <p:nvPr/>
        </p:nvSpPr>
        <p:spPr>
          <a:xfrm>
            <a:off x="604327" y="3614900"/>
            <a:ext cx="3706676" cy="184968"/>
          </a:xfrm>
          <a:prstGeom prst="homePlate">
            <a:avLst>
              <a:gd name="adj" fmla="val 3978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93663">
              <a:tabLst>
                <a:tab pos="0" algn="l"/>
              </a:tabLst>
            </a:pPr>
            <a:r>
              <a:rPr lang="en-CA" sz="1200" dirty="0">
                <a:solidFill>
                  <a:schemeClr val="tx1"/>
                </a:solidFill>
              </a:rPr>
              <a:t>Tenant Data Tools life cycle and assessment</a:t>
            </a:r>
          </a:p>
        </p:txBody>
      </p:sp>
      <p:sp>
        <p:nvSpPr>
          <p:cNvPr id="3090" name="Arrow: Pentagon 3089">
            <a:extLst>
              <a:ext uri="{FF2B5EF4-FFF2-40B4-BE49-F238E27FC236}">
                <a16:creationId xmlns:a16="http://schemas.microsoft.com/office/drawing/2014/main" id="{CCE71417-41B3-0D93-67A3-3416AEE3917F}"/>
              </a:ext>
            </a:extLst>
          </p:cNvPr>
          <p:cNvSpPr/>
          <p:nvPr/>
        </p:nvSpPr>
        <p:spPr>
          <a:xfrm>
            <a:off x="8192922" y="5439277"/>
            <a:ext cx="2923234" cy="243907"/>
          </a:xfrm>
          <a:prstGeom prst="homePlate">
            <a:avLst>
              <a:gd name="adj" fmla="val 3978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93663">
              <a:tabLst>
                <a:tab pos="0" algn="l"/>
              </a:tabLst>
            </a:pPr>
            <a:r>
              <a:rPr lang="en-CA" sz="1200" dirty="0">
                <a:solidFill>
                  <a:schemeClr val="tx1"/>
                </a:solidFill>
              </a:rPr>
              <a:t>Data Products Development life cycle mgmt.</a:t>
            </a:r>
          </a:p>
        </p:txBody>
      </p:sp>
      <p:sp>
        <p:nvSpPr>
          <p:cNvPr id="3095" name="Arrow: Pentagon 3094">
            <a:extLst>
              <a:ext uri="{FF2B5EF4-FFF2-40B4-BE49-F238E27FC236}">
                <a16:creationId xmlns:a16="http://schemas.microsoft.com/office/drawing/2014/main" id="{A96E3074-C273-D98B-4153-0022D742B787}"/>
              </a:ext>
            </a:extLst>
          </p:cNvPr>
          <p:cNvSpPr/>
          <p:nvPr/>
        </p:nvSpPr>
        <p:spPr>
          <a:xfrm>
            <a:off x="601660" y="4087020"/>
            <a:ext cx="10506456" cy="202979"/>
          </a:xfrm>
          <a:prstGeom prst="homePlate">
            <a:avLst>
              <a:gd name="adj" fmla="val 39787"/>
            </a:avLst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93663">
              <a:tabLst>
                <a:tab pos="0" algn="l"/>
              </a:tabLst>
            </a:pPr>
            <a:r>
              <a:rPr lang="en-CA" sz="1200" b="1" dirty="0">
                <a:solidFill>
                  <a:schemeClr val="tx1"/>
                </a:solidFill>
              </a:rPr>
              <a:t>Capacity workspace creation</a:t>
            </a:r>
          </a:p>
        </p:txBody>
      </p:sp>
      <p:sp>
        <p:nvSpPr>
          <p:cNvPr id="3096" name="Arrow: Pentagon 3095">
            <a:extLst>
              <a:ext uri="{FF2B5EF4-FFF2-40B4-BE49-F238E27FC236}">
                <a16:creationId xmlns:a16="http://schemas.microsoft.com/office/drawing/2014/main" id="{FC34EFEB-9B33-7754-727A-2F73223DEEC6}"/>
              </a:ext>
            </a:extLst>
          </p:cNvPr>
          <p:cNvSpPr/>
          <p:nvPr/>
        </p:nvSpPr>
        <p:spPr>
          <a:xfrm>
            <a:off x="601659" y="4279334"/>
            <a:ext cx="10506457" cy="229124"/>
          </a:xfrm>
          <a:prstGeom prst="homePlate">
            <a:avLst>
              <a:gd name="adj" fmla="val 39787"/>
            </a:avLst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93663">
              <a:tabLst>
                <a:tab pos="0" algn="l"/>
              </a:tabLst>
            </a:pPr>
            <a:r>
              <a:rPr lang="en-CA" sz="1200" b="1" dirty="0">
                <a:solidFill>
                  <a:schemeClr val="tx1"/>
                </a:solidFill>
              </a:rPr>
              <a:t>Capacity Disaster Recovery</a:t>
            </a:r>
          </a:p>
        </p:txBody>
      </p:sp>
      <p:sp>
        <p:nvSpPr>
          <p:cNvPr id="3099" name="TextBox 3098">
            <a:extLst>
              <a:ext uri="{FF2B5EF4-FFF2-40B4-BE49-F238E27FC236}">
                <a16:creationId xmlns:a16="http://schemas.microsoft.com/office/drawing/2014/main" id="{DD24651F-D611-EE80-D354-3EF4F1D5405F}"/>
              </a:ext>
            </a:extLst>
          </p:cNvPr>
          <p:cNvSpPr txBox="1"/>
          <p:nvPr/>
        </p:nvSpPr>
        <p:spPr>
          <a:xfrm>
            <a:off x="4813180" y="1345426"/>
            <a:ext cx="701745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MS Purview integration with Fabric will enhance the Data Product life cycle mgt. and the Data quality and governance in general.</a:t>
            </a:r>
            <a:br>
              <a:rPr lang="en-US" sz="1400" dirty="0"/>
            </a:b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Business Domains must be created considering a they will be part of an Organization hierarchy for applying governance and monitoring policies at different granular levels.   </a:t>
            </a:r>
            <a:endParaRPr lang="en-CA" sz="1400" dirty="0"/>
          </a:p>
        </p:txBody>
      </p:sp>
      <p:sp>
        <p:nvSpPr>
          <p:cNvPr id="3100" name="Arrow: Pentagon 3099">
            <a:extLst>
              <a:ext uri="{FF2B5EF4-FFF2-40B4-BE49-F238E27FC236}">
                <a16:creationId xmlns:a16="http://schemas.microsoft.com/office/drawing/2014/main" id="{D17FA1EB-A87D-41F0-577D-D7158DC98798}"/>
              </a:ext>
            </a:extLst>
          </p:cNvPr>
          <p:cNvSpPr/>
          <p:nvPr/>
        </p:nvSpPr>
        <p:spPr>
          <a:xfrm>
            <a:off x="4816135" y="3613443"/>
            <a:ext cx="2881287" cy="196560"/>
          </a:xfrm>
          <a:prstGeom prst="homePlate">
            <a:avLst>
              <a:gd name="adj" fmla="val 3978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93663" algn="ctr">
              <a:tabLst>
                <a:tab pos="0" algn="l"/>
              </a:tabLst>
            </a:pPr>
            <a:r>
              <a:rPr lang="en-CA" sz="1200" dirty="0">
                <a:solidFill>
                  <a:schemeClr val="tx1"/>
                </a:solidFill>
              </a:rPr>
              <a:t>Capacity Usage Monitoring.</a:t>
            </a:r>
          </a:p>
        </p:txBody>
      </p:sp>
      <p:sp>
        <p:nvSpPr>
          <p:cNvPr id="3101" name="Arrow: Pentagon 3100">
            <a:extLst>
              <a:ext uri="{FF2B5EF4-FFF2-40B4-BE49-F238E27FC236}">
                <a16:creationId xmlns:a16="http://schemas.microsoft.com/office/drawing/2014/main" id="{81608502-19FC-BE0C-C2D4-C229FEB38F1D}"/>
              </a:ext>
            </a:extLst>
          </p:cNvPr>
          <p:cNvSpPr/>
          <p:nvPr/>
        </p:nvSpPr>
        <p:spPr>
          <a:xfrm>
            <a:off x="509753" y="6230134"/>
            <a:ext cx="5991721" cy="390343"/>
          </a:xfrm>
          <a:prstGeom prst="homePlate">
            <a:avLst>
              <a:gd name="adj" fmla="val 39787"/>
            </a:avLst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93663">
              <a:tabLst>
                <a:tab pos="0" algn="l"/>
              </a:tabLst>
            </a:pPr>
            <a:r>
              <a:rPr lang="en-CA" sz="1200" b="1" dirty="0">
                <a:solidFill>
                  <a:schemeClr val="tx1"/>
                </a:solidFill>
              </a:rPr>
              <a:t>Support Process with COORDINATION between multiple Administration levels</a:t>
            </a:r>
          </a:p>
        </p:txBody>
      </p:sp>
      <p:sp>
        <p:nvSpPr>
          <p:cNvPr id="3103" name="TextBox 3102">
            <a:extLst>
              <a:ext uri="{FF2B5EF4-FFF2-40B4-BE49-F238E27FC236}">
                <a16:creationId xmlns:a16="http://schemas.microsoft.com/office/drawing/2014/main" id="{98D861B3-A705-169E-88EC-D6063999A4CD}"/>
              </a:ext>
            </a:extLst>
          </p:cNvPr>
          <p:cNvSpPr txBox="1"/>
          <p:nvPr/>
        </p:nvSpPr>
        <p:spPr>
          <a:xfrm>
            <a:off x="509753" y="5857786"/>
            <a:ext cx="1087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Legend:</a:t>
            </a:r>
            <a:endParaRPr lang="en-CA" sz="1400" b="1" dirty="0"/>
          </a:p>
        </p:txBody>
      </p:sp>
    </p:spTree>
    <p:extLst>
      <p:ext uri="{BB962C8B-B14F-4D97-AF65-F5344CB8AC3E}">
        <p14:creationId xmlns:p14="http://schemas.microsoft.com/office/powerpoint/2010/main" val="2032972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BoC Project Document" ma:contentTypeID="0x0101005901F9B59A5CFA4EB9EC5AD30492883414020002F3786506634A4191A9DBEB1194834D" ma:contentTypeVersion="4" ma:contentTypeDescription="" ma:contentTypeScope="" ma:versionID="8ff8fdf18fef02744cfd1bb5ec003f77">
  <xsd:schema xmlns:xsd="http://www.w3.org/2001/XMLSchema" xmlns:xs="http://www.w3.org/2001/XMLSchema" xmlns:p="http://schemas.microsoft.com/office/2006/metadata/properties" xmlns:ns2="d5953541-9517-43c8-9aab-99ea89c11ef5" targetNamespace="http://schemas.microsoft.com/office/2006/metadata/properties" ma:root="true" ma:fieldsID="fa73f0035ff1198b5b14183e41746c3e" ns2:_="">
    <xsd:import namespace="d5953541-9517-43c8-9aab-99ea89c11ef5"/>
    <xsd:element name="properties">
      <xsd:complexType>
        <xsd:sequence>
          <xsd:element name="documentManagement">
            <xsd:complexType>
              <xsd:all>
                <xsd:element ref="ns2:Authors"/>
                <xsd:element ref="ns2:BoCAuthoredDate" minOccurs="0"/>
                <xsd:element ref="ns2:_dlc_DocIdUrl" minOccurs="0"/>
                <xsd:element ref="ns2:_dlc_DocIdPersistId" minOccurs="0"/>
                <xsd:element ref="ns2:TaxKeywordTaxHTField" minOccurs="0"/>
                <xsd:element ref="ns2:TaxCatchAll" minOccurs="0"/>
                <xsd:element ref="ns2:TaxCatchAllLabel" minOccurs="0"/>
                <xsd:element ref="ns2:be3b528a564b4945a64223b90478602c" minOccurs="0"/>
                <xsd:element ref="ns2:_dlc_DocId" minOccurs="0"/>
                <xsd:element ref="ns2:l85f4324b5444a709c47394c2e366a02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953541-9517-43c8-9aab-99ea89c11ef5" elementFormDefault="qualified">
    <xsd:import namespace="http://schemas.microsoft.com/office/2006/documentManagement/types"/>
    <xsd:import namespace="http://schemas.microsoft.com/office/infopath/2007/PartnerControls"/>
    <xsd:element name="Authors" ma:index="2" ma:displayName="Authors" ma:list="UserInfo" ma:SearchPeopleOnly="false" ma:SharePointGroup="0" ma:internalName="Authors" ma:readOnly="fals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BoCAuthoredDate" ma:index="3" nillable="true" ma:displayName="Authored Date" ma:description="" ma:format="DateTime" ma:internalName="BoCAuthoredDate" ma:readOnly="false">
      <xsd:simpleType>
        <xsd:restriction base="dms:DateTime"/>
      </xsd:simpleType>
    </xsd:element>
    <xsd:element name="_dlc_DocIdUrl" ma:index="7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8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KeywordTaxHTField" ma:index="12" nillable="true" ma:taxonomy="true" ma:internalName="TaxKeywordTaxHTField" ma:taxonomyFieldName="TaxKeyword" ma:displayName="Enterprise Keywords" ma:fieldId="{23f27201-bee3-471e-b2e7-b64fd8b7ca38}" ma:taxonomyMulti="true" ma:sspId="35a7de49-b683-4164-88f8-c84c8842f202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d2efd86b-ed7a-464a-96b9-31a94598c795}" ma:internalName="TaxCatchAll" ma:showField="CatchAllData" ma:web="affb9ce2-6722-49f6-9499-0fcc64d9f6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d2efd86b-ed7a-464a-96b9-31a94598c795}" ma:internalName="TaxCatchAllLabel" ma:readOnly="true" ma:showField="CatchAllDataLabel" ma:web="affb9ce2-6722-49f6-9499-0fcc64d9f6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be3b528a564b4945a64223b90478602c" ma:index="18" ma:taxonomy="true" ma:internalName="be3b528a564b4945a64223b90478602c" ma:taxonomyFieldName="BoC_x0020_Department" ma:displayName="BoC Department" ma:readOnly="false" ma:default="" ma:fieldId="{be3b528a-564b-4945-a642-23b90478602c}" ma:sspId="35a7de49-b683-4164-88f8-c84c8842f202" ma:termSetId="555367ec-6d1b-4a5a-ad0e-53c6dda8c41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19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l85f4324b5444a709c47394c2e366a02" ma:index="20" ma:taxonomy="true" ma:internalName="l85f4324b5444a709c47394c2e366a02" ma:taxonomyFieldName="BoC_x0020_Project_x0020_Name" ma:displayName="BoC Project Name" ma:default="" ma:fieldId="{585f4324-b544-4a70-9c47-394c2e366a02}" ma:sspId="35a7de49-b683-4164-88f8-c84c8842f202" ma:termSetId="42f29329-6e52-4b82-997d-784191ab9c0d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9" ma:displayName="Content Type"/>
        <xsd:element ref="dc:title" minOccurs="0" maxOccurs="1" ma:index="1" ma:displayName="Title"/>
        <xsd:element ref="dc:subject" minOccurs="0" maxOccurs="1"/>
        <xsd:element ref="dc:description" minOccurs="0" maxOccurs="1" ma:index="5" ma:displayName="Comments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35a7de49-b683-4164-88f8-c84c8842f202" ContentTypeId="0x0101005901F9B59A5CFA4EB9EC5AD3049288341402" PreviousValue="false" LastSyncTimeStamp="2022-08-24T13:37:09.3Z"/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5953541-9517-43c8-9aab-99ea89c11ef5">
      <Value>29</Value>
      <Value>28</Value>
    </TaxCatchAll>
    <TaxKeywordTaxHTField xmlns="d5953541-9517-43c8-9aab-99ea89c11ef5">
      <Terms xmlns="http://schemas.microsoft.com/office/infopath/2007/PartnerControls"/>
    </TaxKeywordTaxHTField>
    <BoCAuthoredDate xmlns="d5953541-9517-43c8-9aab-99ea89c11ef5" xsi:nil="true"/>
    <_dlc_DocId xmlns="d5953541-9517-43c8-9aab-99ea89c11ef5">YQNFSFHWCXZH-1451985205-4722</_dlc_DocId>
    <_dlc_DocIdUrl xmlns="d5953541-9517-43c8-9aab-99ea89c11ef5">
      <Url>https://bankofcanada.sharepoint.com/sites/PR_0215014/_layouts/15/DocIdRedir.aspx?ID=YQNFSFHWCXZH-1451985205-4722</Url>
      <Description>YQNFSFHWCXZH-1451985205-4722</Description>
    </_dlc_DocIdUrl>
    <l85f4324b5444a709c47394c2e366a02 xmlns="d5953541-9517-43c8-9aab-99ea89c11ef5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Corporate Administration Analytics Transformation (CAAT)</TermName>
          <TermId xmlns="http://schemas.microsoft.com/office/infopath/2007/PartnerControls">f48aff63-1687-4602-8561-d0da5c514db9</TermId>
        </TermInfo>
      </Terms>
    </l85f4324b5444a709c47394c2e366a02>
    <Authors xmlns="d5953541-9517-43c8-9aab-99ea89c11ef5">
      <UserInfo>
        <DisplayName>i:0#.f|membership|dear@bank-banque-canada.ca,#i:0#.f|membership|dear@bank-banque-canada.ca,#rdea@bank-banque-canada.ca,#,#Richard Dea,#,#CS,#Assistant Director, Business Intelligence and Insights</DisplayName>
        <AccountId>21</AccountId>
        <AccountType/>
      </UserInfo>
    </Authors>
    <be3b528a564b4945a64223b90478602c xmlns="d5953541-9517-43c8-9aab-99ea89c11ef5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Corporate Services</TermName>
          <TermId xmlns="http://schemas.microsoft.com/office/infopath/2007/PartnerControls">e5617a62-9c64-4b00-872a-f1287c5822db</TermId>
        </TermInfo>
      </Terms>
    </be3b528a564b4945a64223b90478602c>
  </documentManagement>
</p:properties>
</file>

<file path=customXml/itemProps1.xml><?xml version="1.0" encoding="utf-8"?>
<ds:datastoreItem xmlns:ds="http://schemas.openxmlformats.org/officeDocument/2006/customXml" ds:itemID="{77A5ECD2-C506-4970-99D0-3941302C473A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95FA0B37-F95C-4CEA-971E-F68429FAA0F3}">
  <ds:schemaRefs>
    <ds:schemaRef ds:uri="d5953541-9517-43c8-9aab-99ea89c11ef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4EAC884-A289-4A8F-9219-87FC8ED5DC54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D719C264-5E49-470C-995E-E19E7D6CFC53}">
  <ds:schemaRefs>
    <ds:schemaRef ds:uri="Microsoft.SharePoint.Taxonomy.ContentTypeSync"/>
  </ds:schemaRefs>
</ds:datastoreItem>
</file>

<file path=customXml/itemProps5.xml><?xml version="1.0" encoding="utf-8"?>
<ds:datastoreItem xmlns:ds="http://schemas.openxmlformats.org/officeDocument/2006/customXml" ds:itemID="{71B8D344-8F65-485F-8103-7BE4FD877D46}">
  <ds:schemaRefs>
    <ds:schemaRef ds:uri="http://purl.org/dc/terms/"/>
    <ds:schemaRef ds:uri="http://purl.org/dc/dcmitype/"/>
    <ds:schemaRef ds:uri="d5953541-9517-43c8-9aab-99ea89c11ef5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128953</TotalTime>
  <Words>986</Words>
  <Application>Microsoft Office PowerPoint</Application>
  <PresentationFormat>Widescreen</PresentationFormat>
  <Paragraphs>207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Office Theme</vt:lpstr>
      <vt:lpstr>MS Fabric BoC Architecture</vt:lpstr>
      <vt:lpstr>Levels in a MS Fabric deployment</vt:lpstr>
      <vt:lpstr>BoC MS Fabric ALL components  (multiple Azure tenants )</vt:lpstr>
      <vt:lpstr>BoCAD Fabric Tenant Capacities Architecture</vt:lpstr>
      <vt:lpstr>BoCAD Fabric Tenant Admins levels</vt:lpstr>
      <vt:lpstr>BOCAD Fabric Admins levels - draft</vt:lpstr>
      <vt:lpstr>BoCAD Fabric Admins levels – Main Support Processes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Harvey</dc:creator>
  <cp:lastModifiedBy>Pavel Aleman</cp:lastModifiedBy>
  <cp:revision>3</cp:revision>
  <dcterms:created xsi:type="dcterms:W3CDTF">2024-04-16T12:36:06Z</dcterms:created>
  <dcterms:modified xsi:type="dcterms:W3CDTF">2025-01-18T18:04:19Z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0x0101005901F9B59A5CFA4EB9EC5AD30492883414020002F3786506634A4191A9DBEB1194834D</vt:lpwstr>
  </property>
  <property fmtid="{D5CDD505-2E9C-101B-9397-08002B2CF9AE}" pid="3" name="MSIP_Label_aebacc78-dcc9-4733-835b-33704aeb5fb9_Enabled">
    <vt:lpwstr>true</vt:lpwstr>
  </property>
  <property fmtid="{D5CDD505-2E9C-101B-9397-08002B2CF9AE}" pid="4" name="MSIP_Label_aebacc78-dcc9-4733-835b-33704aeb5fb9_SetDate">
    <vt:lpwstr>2024-04-16T13:21:38Z</vt:lpwstr>
  </property>
  <property fmtid="{D5CDD505-2E9C-101B-9397-08002B2CF9AE}" pid="5" name="MSIP_Label_aebacc78-dcc9-4733-835b-33704aeb5fb9_Method">
    <vt:lpwstr>Privileged</vt:lpwstr>
  </property>
  <property fmtid="{D5CDD505-2E9C-101B-9397-08002B2CF9AE}" pid="6" name="MSIP_Label_aebacc78-dcc9-4733-835b-33704aeb5fb9_Name">
    <vt:lpwstr>Non-Sensitive - Non-Délicat</vt:lpwstr>
  </property>
  <property fmtid="{D5CDD505-2E9C-101B-9397-08002B2CF9AE}" pid="7" name="MSIP_Label_aebacc78-dcc9-4733-835b-33704aeb5fb9_SiteId">
    <vt:lpwstr>164f988b-a2f4-4584-aeaa-21bd4a0234bc</vt:lpwstr>
  </property>
  <property fmtid="{D5CDD505-2E9C-101B-9397-08002B2CF9AE}" pid="8" name="MSIP_Label_aebacc78-dcc9-4733-835b-33704aeb5fb9_ActionId">
    <vt:lpwstr>72a79000-cba4-408f-9fb9-b554477b01f1</vt:lpwstr>
  </property>
  <property fmtid="{D5CDD505-2E9C-101B-9397-08002B2CF9AE}" pid="9" name="MSIP_Label_aebacc78-dcc9-4733-835b-33704aeb5fb9_ContentBits">
    <vt:lpwstr>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Category/Catégorie: Non-Sensitive/Non-Délicat</vt:lpwstr>
  </property>
  <property fmtid="{D5CDD505-2E9C-101B-9397-08002B2CF9AE}" pid="12" name="BoCDepartment">
    <vt:lpwstr>523;#Corporate Services|346fe179-fc75-4bc1-b29f-00285e17a783</vt:lpwstr>
  </property>
  <property fmtid="{D5CDD505-2E9C-101B-9397-08002B2CF9AE}" pid="13" name="_dlc_DocIdItemGuid">
    <vt:lpwstr>2a985739-1846-4525-86ea-e0e9db2ecfc2</vt:lpwstr>
  </property>
  <property fmtid="{D5CDD505-2E9C-101B-9397-08002B2CF9AE}" pid="14" name="TaxKeyword">
    <vt:lpwstr/>
  </property>
  <property fmtid="{D5CDD505-2E9C-101B-9397-08002B2CF9AE}" pid="15" name="BoCRecordClassification">
    <vt:lpwstr/>
  </property>
  <property fmtid="{D5CDD505-2E9C-101B-9397-08002B2CF9AE}" pid="16" name="MediaServiceImageTags">
    <vt:lpwstr/>
  </property>
  <property fmtid="{D5CDD505-2E9C-101B-9397-08002B2CF9AE}" pid="17" name="SharedWithUsers">
    <vt:lpwstr>2325;#Stenio Fernandes;#864;#Angela Howran;#326;#Sarah Harvey;#1189;#Dorothy Curley;#2351;#Vivianne Taillefer;#1319;#Alex Richmond</vt:lpwstr>
  </property>
  <property fmtid="{D5CDD505-2E9C-101B-9397-08002B2CF9AE}" pid="18" name="BoC Project Name">
    <vt:lpwstr>28;#Corporate Administration Analytics Transformation (CAAT)|f48aff63-1687-4602-8561-d0da5c514db9</vt:lpwstr>
  </property>
  <property fmtid="{D5CDD505-2E9C-101B-9397-08002B2CF9AE}" pid="19" name="BoC Department">
    <vt:lpwstr>29;#Corporate Services|e5617a62-9c64-4b00-872a-f1287c5822db</vt:lpwstr>
  </property>
</Properties>
</file>