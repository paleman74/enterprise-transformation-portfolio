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97" r:id="rId2"/>
    <p:sldId id="2147483609" r:id="rId3"/>
    <p:sldId id="2147483610" r:id="rId4"/>
    <p:sldId id="2147483602" r:id="rId5"/>
    <p:sldId id="2147483606" r:id="rId6"/>
    <p:sldId id="21474836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C4C8"/>
    <a:srgbClr val="D3D3F1"/>
    <a:srgbClr val="FFC000"/>
    <a:srgbClr val="FFF3B8"/>
    <a:srgbClr val="D7C319"/>
    <a:srgbClr val="1F2A34"/>
    <a:srgbClr val="E02F9E"/>
    <a:srgbClr val="F5D7EA"/>
    <a:srgbClr val="D68991"/>
    <a:srgbClr val="004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DB1E7-10AB-4C66-B603-50AB540EAF27}" v="352" dt="2026-02-11T19:11:19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2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Grenier" userId="S::gred@bank-banque-canada.ca::17448e91-fd43-4cae-b518-ff20f84dea53" providerId="AD" clId="Web-{AB4F032D-1CD6-37E3-C860-BA33F189BABA}"/>
    <pc:docChg chg="modSld">
      <pc:chgData name="Daniel Grenier" userId="S::gred@bank-banque-canada.ca::17448e91-fd43-4cae-b518-ff20f84dea53" providerId="AD" clId="Web-{AB4F032D-1CD6-37E3-C860-BA33F189BABA}" dt="2026-02-06T15:18:16.040" v="4"/>
      <pc:docMkLst>
        <pc:docMk/>
      </pc:docMkLst>
      <pc:sldChg chg="modTransition">
        <pc:chgData name="Daniel Grenier" userId="S::gred@bank-banque-canada.ca::17448e91-fd43-4cae-b518-ff20f84dea53" providerId="AD" clId="Web-{AB4F032D-1CD6-37E3-C860-BA33F189BABA}" dt="2026-02-06T15:18:16.040" v="4"/>
        <pc:sldMkLst>
          <pc:docMk/>
          <pc:sldMk cId="1002382584" sldId="2147483602"/>
        </pc:sldMkLst>
      </pc:sldChg>
      <pc:sldChg chg="addSp delSp">
        <pc:chgData name="Daniel Grenier" userId="S::gred@bank-banque-canada.ca::17448e91-fd43-4cae-b518-ff20f84dea53" providerId="AD" clId="Web-{AB4F032D-1CD6-37E3-C860-BA33F189BABA}" dt="2026-02-06T13:39:44.989" v="3"/>
        <pc:sldMkLst>
          <pc:docMk/>
          <pc:sldMk cId="218916333" sldId="2147483606"/>
        </pc:sldMkLst>
      </pc:sldChg>
      <pc:sldChg chg="addSp delSp">
        <pc:chgData name="Daniel Grenier" userId="S::gred@bank-banque-canada.ca::17448e91-fd43-4cae-b518-ff20f84dea53" providerId="AD" clId="Web-{AB4F032D-1CD6-37E3-C860-BA33F189BABA}" dt="2026-02-06T13:28:34.956" v="1"/>
        <pc:sldMkLst>
          <pc:docMk/>
          <pc:sldMk cId="475187893" sldId="2147483619"/>
        </pc:sldMkLst>
      </pc:sldChg>
    </pc:docChg>
  </pc:docChgLst>
  <pc:docChgLst>
    <pc:chgData name="Pavel Aleman" userId="2efb7982-2bc2-4b29-878b-3d55fc136137" providerId="ADAL" clId="{3C53E4C1-73C7-4073-A807-8EE246E398F1}"/>
    <pc:docChg chg="undo custSel addSld delSld modSld sldOrd addSection delSection modSection">
      <pc:chgData name="Pavel Aleman" userId="2efb7982-2bc2-4b29-878b-3d55fc136137" providerId="ADAL" clId="{3C53E4C1-73C7-4073-A807-8EE246E398F1}" dt="2026-02-11T19:11:19.769" v="24770" actId="120"/>
      <pc:docMkLst>
        <pc:docMk/>
      </pc:docMkLst>
      <pc:sldChg chg="delSp modSp mod">
        <pc:chgData name="Pavel Aleman" userId="2efb7982-2bc2-4b29-878b-3d55fc136137" providerId="ADAL" clId="{3C53E4C1-73C7-4073-A807-8EE246E398F1}" dt="2026-02-05T20:14:58.140" v="24537" actId="122"/>
        <pc:sldMkLst>
          <pc:docMk/>
          <pc:sldMk cId="3020219671" sldId="297"/>
        </pc:sldMkLst>
        <pc:spChg chg="mod">
          <ac:chgData name="Pavel Aleman" userId="2efb7982-2bc2-4b29-878b-3d55fc136137" providerId="ADAL" clId="{3C53E4C1-73C7-4073-A807-8EE246E398F1}" dt="2026-02-05T20:14:30.577" v="24462" actId="20577"/>
          <ac:spMkLst>
            <pc:docMk/>
            <pc:sldMk cId="3020219671" sldId="297"/>
            <ac:spMk id="9" creationId="{B29D4777-58A5-6D3A-9781-1FD33EE4A390}"/>
          </ac:spMkLst>
        </pc:spChg>
        <pc:spChg chg="mod">
          <ac:chgData name="Pavel Aleman" userId="2efb7982-2bc2-4b29-878b-3d55fc136137" providerId="ADAL" clId="{3C53E4C1-73C7-4073-A807-8EE246E398F1}" dt="2026-02-05T20:14:58.140" v="24537" actId="122"/>
          <ac:spMkLst>
            <pc:docMk/>
            <pc:sldMk cId="3020219671" sldId="297"/>
            <ac:spMk id="10" creationId="{6F58C071-E529-A95D-55E8-61B4556A1C85}"/>
          </ac:spMkLst>
        </pc:spChg>
      </pc:sldChg>
      <pc:sldChg chg="addSp delSp modSp add mod ord delAnim modAnim">
        <pc:chgData name="Pavel Aleman" userId="2efb7982-2bc2-4b29-878b-3d55fc136137" providerId="ADAL" clId="{3C53E4C1-73C7-4073-A807-8EE246E398F1}" dt="2026-02-11T19:11:19.769" v="24770" actId="120"/>
        <pc:sldMkLst>
          <pc:docMk/>
          <pc:sldMk cId="1002382584" sldId="2147483602"/>
        </pc:sldMkLst>
        <pc:spChg chg="mod">
          <ac:chgData name="Pavel Aleman" userId="2efb7982-2bc2-4b29-878b-3d55fc136137" providerId="ADAL" clId="{3C53E4C1-73C7-4073-A807-8EE246E398F1}" dt="2026-01-13T16:01:41.149" v="22333" actId="1076"/>
          <ac:spMkLst>
            <pc:docMk/>
            <pc:sldMk cId="1002382584" sldId="2147483602"/>
            <ac:spMk id="2" creationId="{36679683-2F6B-168A-11A2-AD7BB1106C29}"/>
          </ac:spMkLst>
        </pc:spChg>
        <pc:spChg chg="add mod">
          <ac:chgData name="Pavel Aleman" userId="2efb7982-2bc2-4b29-878b-3d55fc136137" providerId="ADAL" clId="{3C53E4C1-73C7-4073-A807-8EE246E398F1}" dt="2026-02-05T20:23:37.572" v="24631" actId="14100"/>
          <ac:spMkLst>
            <pc:docMk/>
            <pc:sldMk cId="1002382584" sldId="2147483602"/>
            <ac:spMk id="3" creationId="{2FB49ACB-EC38-F3E5-549A-884CD5AB1F20}"/>
          </ac:spMkLst>
        </pc:spChg>
        <pc:spChg chg="add mod">
          <ac:chgData name="Pavel Aleman" userId="2efb7982-2bc2-4b29-878b-3d55fc136137" providerId="ADAL" clId="{3C53E4C1-73C7-4073-A807-8EE246E398F1}" dt="2026-01-13T16:01:04.456" v="22317" actId="1076"/>
          <ac:spMkLst>
            <pc:docMk/>
            <pc:sldMk cId="1002382584" sldId="2147483602"/>
            <ac:spMk id="4" creationId="{01B47092-1FAC-F70B-2065-94A253D906E4}"/>
          </ac:spMkLst>
        </pc:spChg>
        <pc:spChg chg="mod">
          <ac:chgData name="Pavel Aleman" userId="2efb7982-2bc2-4b29-878b-3d55fc136137" providerId="ADAL" clId="{3C53E4C1-73C7-4073-A807-8EE246E398F1}" dt="2026-02-05T20:23:16.973" v="24616" actId="1076"/>
          <ac:spMkLst>
            <pc:docMk/>
            <pc:sldMk cId="1002382584" sldId="2147483602"/>
            <ac:spMk id="5" creationId="{75E89336-2A0B-CBDF-FDD7-6CCDFF4D7803}"/>
          </ac:spMkLst>
        </pc:spChg>
        <pc:spChg chg="mod">
          <ac:chgData name="Pavel Aleman" userId="2efb7982-2bc2-4b29-878b-3d55fc136137" providerId="ADAL" clId="{3C53E4C1-73C7-4073-A807-8EE246E398F1}" dt="2026-02-05T20:23:20.327" v="24617" actId="1076"/>
          <ac:spMkLst>
            <pc:docMk/>
            <pc:sldMk cId="1002382584" sldId="2147483602"/>
            <ac:spMk id="9" creationId="{9C33A8AF-DA6C-0E4F-07A6-1DCBBBD64E9A}"/>
          </ac:spMkLst>
        </pc:spChg>
        <pc:spChg chg="mod">
          <ac:chgData name="Pavel Aleman" userId="2efb7982-2bc2-4b29-878b-3d55fc136137" providerId="ADAL" clId="{3C53E4C1-73C7-4073-A807-8EE246E398F1}" dt="2026-02-05T20:23:26.247" v="24619" actId="1076"/>
          <ac:spMkLst>
            <pc:docMk/>
            <pc:sldMk cId="1002382584" sldId="2147483602"/>
            <ac:spMk id="10" creationId="{72415080-14F5-7922-D697-00630D6D9602}"/>
          </ac:spMkLst>
        </pc:spChg>
        <pc:spChg chg="mod">
          <ac:chgData name="Pavel Aleman" userId="2efb7982-2bc2-4b29-878b-3d55fc136137" providerId="ADAL" clId="{3C53E4C1-73C7-4073-A807-8EE246E398F1}" dt="2026-02-05T20:23:23.334" v="24618" actId="1076"/>
          <ac:spMkLst>
            <pc:docMk/>
            <pc:sldMk cId="1002382584" sldId="2147483602"/>
            <ac:spMk id="17" creationId="{FB0EC0AE-D149-0688-9856-42DDD16A7DFF}"/>
          </ac:spMkLst>
        </pc:spChg>
        <pc:spChg chg="mod">
          <ac:chgData name="Pavel Aleman" userId="2efb7982-2bc2-4b29-878b-3d55fc136137" providerId="ADAL" clId="{3C53E4C1-73C7-4073-A807-8EE246E398F1}" dt="2026-02-05T20:23:47.115" v="24632" actId="1076"/>
          <ac:spMkLst>
            <pc:docMk/>
            <pc:sldMk cId="1002382584" sldId="2147483602"/>
            <ac:spMk id="19" creationId="{C5E6A71A-019C-FB99-04A9-784A805F5A5F}"/>
          </ac:spMkLst>
        </pc:spChg>
        <pc:spChg chg="add mod">
          <ac:chgData name="Pavel Aleman" userId="2efb7982-2bc2-4b29-878b-3d55fc136137" providerId="ADAL" clId="{3C53E4C1-73C7-4073-A807-8EE246E398F1}" dt="2026-02-05T20:23:54.465" v="24634" actId="1076"/>
          <ac:spMkLst>
            <pc:docMk/>
            <pc:sldMk cId="1002382584" sldId="2147483602"/>
            <ac:spMk id="28" creationId="{056E4636-9E23-37E7-FFA6-7E934F0C22BF}"/>
          </ac:spMkLst>
        </pc:spChg>
        <pc:spChg chg="mod">
          <ac:chgData name="Pavel Aleman" userId="2efb7982-2bc2-4b29-878b-3d55fc136137" providerId="ADAL" clId="{3C53E4C1-73C7-4073-A807-8EE246E398F1}" dt="2026-02-05T20:22:29.121" v="24604" actId="1076"/>
          <ac:spMkLst>
            <pc:docMk/>
            <pc:sldMk cId="1002382584" sldId="2147483602"/>
            <ac:spMk id="31" creationId="{71516441-B3F5-20D3-3986-649C97B3A5E6}"/>
          </ac:spMkLst>
        </pc:spChg>
        <pc:spChg chg="mod ord">
          <ac:chgData name="Pavel Aleman" userId="2efb7982-2bc2-4b29-878b-3d55fc136137" providerId="ADAL" clId="{3C53E4C1-73C7-4073-A807-8EE246E398F1}" dt="2026-02-11T19:11:19.769" v="24770" actId="120"/>
          <ac:spMkLst>
            <pc:docMk/>
            <pc:sldMk cId="1002382584" sldId="2147483602"/>
            <ac:spMk id="34" creationId="{532EE090-91DC-E01B-8C3D-4170DAD68CB3}"/>
          </ac:spMkLst>
        </pc:spChg>
        <pc:spChg chg="mod ord topLvl">
          <ac:chgData name="Pavel Aleman" userId="2efb7982-2bc2-4b29-878b-3d55fc136137" providerId="ADAL" clId="{3C53E4C1-73C7-4073-A807-8EE246E398F1}" dt="2026-02-05T20:23:05.711" v="24612" actId="14100"/>
          <ac:spMkLst>
            <pc:docMk/>
            <pc:sldMk cId="1002382584" sldId="2147483602"/>
            <ac:spMk id="46" creationId="{DE35544B-9D76-8D4F-D745-C131805DD92A}"/>
          </ac:spMkLst>
        </pc:spChg>
        <pc:spChg chg="mod topLvl">
          <ac:chgData name="Pavel Aleman" userId="2efb7982-2bc2-4b29-878b-3d55fc136137" providerId="ADAL" clId="{3C53E4C1-73C7-4073-A807-8EE246E398F1}" dt="2026-02-05T20:21:07.280" v="24568" actId="14100"/>
          <ac:spMkLst>
            <pc:docMk/>
            <pc:sldMk cId="1002382584" sldId="2147483602"/>
            <ac:spMk id="47" creationId="{DE382B0E-12D0-7306-25E5-92337D4BDDEC}"/>
          </ac:spMkLst>
        </pc:spChg>
        <pc:spChg chg="mod topLvl">
          <ac:chgData name="Pavel Aleman" userId="2efb7982-2bc2-4b29-878b-3d55fc136137" providerId="ADAL" clId="{3C53E4C1-73C7-4073-A807-8EE246E398F1}" dt="2026-02-05T20:23:10.070" v="24614" actId="14100"/>
          <ac:spMkLst>
            <pc:docMk/>
            <pc:sldMk cId="1002382584" sldId="2147483602"/>
            <ac:spMk id="48" creationId="{46F717CD-D896-0A71-1A94-866D99B8CDD5}"/>
          </ac:spMkLst>
        </pc:spChg>
        <pc:spChg chg="mod">
          <ac:chgData name="Pavel Aleman" userId="2efb7982-2bc2-4b29-878b-3d55fc136137" providerId="ADAL" clId="{3C53E4C1-73C7-4073-A807-8EE246E398F1}" dt="2026-02-05T20:23:59.568" v="24636" actId="14100"/>
          <ac:spMkLst>
            <pc:docMk/>
            <pc:sldMk cId="1002382584" sldId="2147483602"/>
            <ac:spMk id="61" creationId="{6A582D62-14DC-C285-117E-07C90F581445}"/>
          </ac:spMkLst>
        </pc:spChg>
        <pc:spChg chg="add mod">
          <ac:chgData name="Pavel Aleman" userId="2efb7982-2bc2-4b29-878b-3d55fc136137" providerId="ADAL" clId="{3C53E4C1-73C7-4073-A807-8EE246E398F1}" dt="2026-02-05T20:24:32.172" v="24644" actId="14100"/>
          <ac:spMkLst>
            <pc:docMk/>
            <pc:sldMk cId="1002382584" sldId="2147483602"/>
            <ac:spMk id="129" creationId="{52112147-A32C-9120-A358-A5097B140ED0}"/>
          </ac:spMkLst>
        </pc:spChg>
        <pc:spChg chg="add mod">
          <ac:chgData name="Pavel Aleman" userId="2efb7982-2bc2-4b29-878b-3d55fc136137" providerId="ADAL" clId="{3C53E4C1-73C7-4073-A807-8EE246E398F1}" dt="2026-02-05T20:24:10.944" v="24639" actId="1076"/>
          <ac:spMkLst>
            <pc:docMk/>
            <pc:sldMk cId="1002382584" sldId="2147483602"/>
            <ac:spMk id="135" creationId="{1F0CDB05-197D-D303-6D88-A16BB746DBD9}"/>
          </ac:spMkLst>
        </pc:spChg>
        <pc:spChg chg="add mod">
          <ac:chgData name="Pavel Aleman" userId="2efb7982-2bc2-4b29-878b-3d55fc136137" providerId="ADAL" clId="{3C53E4C1-73C7-4073-A807-8EE246E398F1}" dt="2026-02-05T20:22:16.743" v="24599" actId="14100"/>
          <ac:spMkLst>
            <pc:docMk/>
            <pc:sldMk cId="1002382584" sldId="2147483602"/>
            <ac:spMk id="143" creationId="{5F78E588-E598-79E8-186D-E433732F0E25}"/>
          </ac:spMkLst>
        </pc:spChg>
        <pc:spChg chg="mod">
          <ac:chgData name="Pavel Aleman" userId="2efb7982-2bc2-4b29-878b-3d55fc136137" providerId="ADAL" clId="{3C53E4C1-73C7-4073-A807-8EE246E398F1}" dt="2026-02-05T20:24:08.786" v="24638" actId="1076"/>
          <ac:spMkLst>
            <pc:docMk/>
            <pc:sldMk cId="1002382584" sldId="2147483602"/>
            <ac:spMk id="146" creationId="{39AB3CAF-38C5-E3E0-E671-BF473A3A7218}"/>
          </ac:spMkLst>
        </pc:spChg>
        <pc:spChg chg="mod">
          <ac:chgData name="Pavel Aleman" userId="2efb7982-2bc2-4b29-878b-3d55fc136137" providerId="ADAL" clId="{3C53E4C1-73C7-4073-A807-8EE246E398F1}" dt="2026-02-05T20:24:12.899" v="24640" actId="1076"/>
          <ac:spMkLst>
            <pc:docMk/>
            <pc:sldMk cId="1002382584" sldId="2147483602"/>
            <ac:spMk id="148" creationId="{9701690A-626B-85DD-7314-54B447EFA59B}"/>
          </ac:spMkLst>
        </pc:spChg>
        <pc:spChg chg="mod">
          <ac:chgData name="Pavel Aleman" userId="2efb7982-2bc2-4b29-878b-3d55fc136137" providerId="ADAL" clId="{3C53E4C1-73C7-4073-A807-8EE246E398F1}" dt="2026-02-05T20:24:21.424" v="24643" actId="6549"/>
          <ac:spMkLst>
            <pc:docMk/>
            <pc:sldMk cId="1002382584" sldId="2147483602"/>
            <ac:spMk id="149" creationId="{457DF2FB-4074-3C7D-9FC0-ED76353D9C5F}"/>
          </ac:spMkLst>
        </pc:spChg>
      </pc:sldChg>
      <pc:sldChg chg="modSp add mod">
        <pc:chgData name="Pavel Aleman" userId="2efb7982-2bc2-4b29-878b-3d55fc136137" providerId="ADAL" clId="{3C53E4C1-73C7-4073-A807-8EE246E398F1}" dt="2026-02-05T20:40:09.746" v="24768" actId="3626"/>
        <pc:sldMkLst>
          <pc:docMk/>
          <pc:sldMk cId="218916333" sldId="2147483606"/>
        </pc:sldMkLst>
        <pc:spChg chg="mod">
          <ac:chgData name="Pavel Aleman" userId="2efb7982-2bc2-4b29-878b-3d55fc136137" providerId="ADAL" clId="{3C53E4C1-73C7-4073-A807-8EE246E398F1}" dt="2026-02-05T20:33:45.676" v="24757" actId="1076"/>
          <ac:spMkLst>
            <pc:docMk/>
            <pc:sldMk cId="218916333" sldId="2147483606"/>
            <ac:spMk id="62" creationId="{C37962EC-52CC-0090-8C48-F46019870BFE}"/>
          </ac:spMkLst>
        </pc:spChg>
        <pc:spChg chg="mod">
          <ac:chgData name="Pavel Aleman" userId="2efb7982-2bc2-4b29-878b-3d55fc136137" providerId="ADAL" clId="{3C53E4C1-73C7-4073-A807-8EE246E398F1}" dt="2026-02-05T20:33:13.249" v="24723" actId="1076"/>
          <ac:spMkLst>
            <pc:docMk/>
            <pc:sldMk cId="218916333" sldId="2147483606"/>
            <ac:spMk id="67" creationId="{B3EC8838-C437-8241-7C4F-46A185FF21DD}"/>
          </ac:spMkLst>
        </pc:spChg>
        <pc:spChg chg="mod">
          <ac:chgData name="Pavel Aleman" userId="2efb7982-2bc2-4b29-878b-3d55fc136137" providerId="ADAL" clId="{3C53E4C1-73C7-4073-A807-8EE246E398F1}" dt="2026-02-05T20:34:59.366" v="24762" actId="403"/>
          <ac:spMkLst>
            <pc:docMk/>
            <pc:sldMk cId="218916333" sldId="2147483606"/>
            <ac:spMk id="114" creationId="{5CE7D190-B454-465B-E46C-F135ECB607D1}"/>
          </ac:spMkLst>
        </pc:spChg>
        <pc:spChg chg="mod">
          <ac:chgData name="Pavel Aleman" userId="2efb7982-2bc2-4b29-878b-3d55fc136137" providerId="ADAL" clId="{3C53E4C1-73C7-4073-A807-8EE246E398F1}" dt="2026-02-05T20:40:09.746" v="24768" actId="3626"/>
          <ac:spMkLst>
            <pc:docMk/>
            <pc:sldMk cId="218916333" sldId="2147483606"/>
            <ac:spMk id="124" creationId="{BE9A901A-98A0-5E2F-A1DF-8BEA1C270602}"/>
          </ac:spMkLst>
        </pc:spChg>
        <pc:spChg chg="mod">
          <ac:chgData name="Pavel Aleman" userId="2efb7982-2bc2-4b29-878b-3d55fc136137" providerId="ADAL" clId="{3C53E4C1-73C7-4073-A807-8EE246E398F1}" dt="2026-02-05T20:29:06.387" v="24711" actId="1076"/>
          <ac:spMkLst>
            <pc:docMk/>
            <pc:sldMk cId="218916333" sldId="2147483606"/>
            <ac:spMk id="5148" creationId="{DE2F0D17-313D-56E0-FCFE-B71E6E1DC65F}"/>
          </ac:spMkLst>
        </pc:spChg>
        <pc:spChg chg="mod">
          <ac:chgData name="Pavel Aleman" userId="2efb7982-2bc2-4b29-878b-3d55fc136137" providerId="ADAL" clId="{3C53E4C1-73C7-4073-A807-8EE246E398F1}" dt="2026-02-05T20:29:11.482" v="24713" actId="14100"/>
          <ac:spMkLst>
            <pc:docMk/>
            <pc:sldMk cId="218916333" sldId="2147483606"/>
            <ac:spMk id="5149" creationId="{D0A7B9D9-C30B-00EC-9B35-AEAE281302EE}"/>
          </ac:spMkLst>
        </pc:spChg>
        <pc:spChg chg="mod">
          <ac:chgData name="Pavel Aleman" userId="2efb7982-2bc2-4b29-878b-3d55fc136137" providerId="ADAL" clId="{3C53E4C1-73C7-4073-A807-8EE246E398F1}" dt="2026-02-05T20:28:47.070" v="24704" actId="1076"/>
          <ac:spMkLst>
            <pc:docMk/>
            <pc:sldMk cId="218916333" sldId="2147483606"/>
            <ac:spMk id="5156" creationId="{02C7B084-99D6-ADCF-9539-52CED544946C}"/>
          </ac:spMkLst>
        </pc:spChg>
        <pc:spChg chg="mod">
          <ac:chgData name="Pavel Aleman" userId="2efb7982-2bc2-4b29-878b-3d55fc136137" providerId="ADAL" clId="{3C53E4C1-73C7-4073-A807-8EE246E398F1}" dt="2026-02-05T20:28:47.070" v="24704" actId="1076"/>
          <ac:spMkLst>
            <pc:docMk/>
            <pc:sldMk cId="218916333" sldId="2147483606"/>
            <ac:spMk id="5157" creationId="{7C00FB61-0E4F-851C-6E21-8FF1060567C3}"/>
          </ac:spMkLst>
        </pc:spChg>
        <pc:cxnChg chg="mod">
          <ac:chgData name="Pavel Aleman" userId="2efb7982-2bc2-4b29-878b-3d55fc136137" providerId="ADAL" clId="{3C53E4C1-73C7-4073-A807-8EE246E398F1}" dt="2026-02-05T20:29:16.693" v="24714" actId="14100"/>
          <ac:cxnSpMkLst>
            <pc:docMk/>
            <pc:sldMk cId="218916333" sldId="2147483606"/>
            <ac:cxnSpMk id="118" creationId="{F702991E-5D88-D3F6-427E-80C56A8A92C8}"/>
          </ac:cxnSpMkLst>
        </pc:cxnChg>
      </pc:sldChg>
      <pc:sldChg chg="addSp delSp modSp add del mod ord modTransition">
        <pc:chgData name="Pavel Aleman" userId="2efb7982-2bc2-4b29-878b-3d55fc136137" providerId="ADAL" clId="{3C53E4C1-73C7-4073-A807-8EE246E398F1}" dt="2026-02-05T20:19:59.515" v="24557" actId="207"/>
        <pc:sldMkLst>
          <pc:docMk/>
          <pc:sldMk cId="2283537032" sldId="2147483609"/>
        </pc:sldMkLst>
        <pc:spChg chg="add mod">
          <ac:chgData name="Pavel Aleman" userId="2efb7982-2bc2-4b29-878b-3d55fc136137" providerId="ADAL" clId="{3C53E4C1-73C7-4073-A807-8EE246E398F1}" dt="2026-02-05T20:19:59.515" v="24557" actId="207"/>
          <ac:spMkLst>
            <pc:docMk/>
            <pc:sldMk cId="2283537032" sldId="2147483609"/>
            <ac:spMk id="2" creationId="{3D0CE0C7-967B-F306-995B-8D33A881F702}"/>
          </ac:spMkLst>
        </pc:spChg>
        <pc:spChg chg="mod">
          <ac:chgData name="Pavel Aleman" userId="2efb7982-2bc2-4b29-878b-3d55fc136137" providerId="ADAL" clId="{3C53E4C1-73C7-4073-A807-8EE246E398F1}" dt="2026-02-05T20:18:55.154" v="24550" actId="1582"/>
          <ac:spMkLst>
            <pc:docMk/>
            <pc:sldMk cId="2283537032" sldId="2147483609"/>
            <ac:spMk id="10" creationId="{5D253C92-1E21-14FD-5BFC-AA0C9AD3EBE8}"/>
          </ac:spMkLst>
        </pc:spChg>
        <pc:spChg chg="mod">
          <ac:chgData name="Pavel Aleman" userId="2efb7982-2bc2-4b29-878b-3d55fc136137" providerId="ADAL" clId="{3C53E4C1-73C7-4073-A807-8EE246E398F1}" dt="2026-02-05T20:18:47.363" v="24548" actId="1582"/>
          <ac:spMkLst>
            <pc:docMk/>
            <pc:sldMk cId="2283537032" sldId="2147483609"/>
            <ac:spMk id="64" creationId="{309D1A95-C8FA-EF51-6B50-96ADF5B35FC6}"/>
          </ac:spMkLst>
        </pc:spChg>
        <pc:spChg chg="mod">
          <ac:chgData name="Pavel Aleman" userId="2efb7982-2bc2-4b29-878b-3d55fc136137" providerId="ADAL" clId="{3C53E4C1-73C7-4073-A807-8EE246E398F1}" dt="2026-02-05T20:18:32.820" v="24545" actId="1076"/>
          <ac:spMkLst>
            <pc:docMk/>
            <pc:sldMk cId="2283537032" sldId="2147483609"/>
            <ac:spMk id="87" creationId="{5157E8AC-6A6F-000C-8170-B415E09CD834}"/>
          </ac:spMkLst>
        </pc:spChg>
        <pc:cxnChg chg="mod">
          <ac:chgData name="Pavel Aleman" userId="2efb7982-2bc2-4b29-878b-3d55fc136137" providerId="ADAL" clId="{3C53E4C1-73C7-4073-A807-8EE246E398F1}" dt="2026-02-05T20:18:26.345" v="24544" actId="403"/>
          <ac:cxnSpMkLst>
            <pc:docMk/>
            <pc:sldMk cId="2283537032" sldId="2147483609"/>
            <ac:cxnSpMk id="41" creationId="{E18B04B8-B21F-06D8-04C8-6C2C9C0E148E}"/>
          </ac:cxnSpMkLst>
        </pc:cxnChg>
      </pc:sldChg>
      <pc:sldChg chg="add modTransition">
        <pc:chgData name="Pavel Aleman" userId="2efb7982-2bc2-4b29-878b-3d55fc136137" providerId="ADAL" clId="{3C53E4C1-73C7-4073-A807-8EE246E398F1}" dt="2026-02-05T20:18:13.252" v="24542"/>
        <pc:sldMkLst>
          <pc:docMk/>
          <pc:sldMk cId="4103802795" sldId="2147483610"/>
        </pc:sldMkLst>
      </pc:sldChg>
      <pc:sldChg chg="add">
        <pc:chgData name="Pavel Aleman" userId="2efb7982-2bc2-4b29-878b-3d55fc136137" providerId="ADAL" clId="{3C53E4C1-73C7-4073-A807-8EE246E398F1}" dt="2026-02-05T20:24:51.537" v="24648"/>
        <pc:sldMkLst>
          <pc:docMk/>
          <pc:sldMk cId="475187893" sldId="2147483619"/>
        </pc:sldMkLst>
      </pc:sldChg>
      <pc:sldMasterChg chg="delSldLayout">
        <pc:chgData name="Pavel Aleman" userId="2efb7982-2bc2-4b29-878b-3d55fc136137" providerId="ADAL" clId="{3C53E4C1-73C7-4073-A807-8EE246E398F1}" dt="2026-02-05T20:15:21.748" v="24539" actId="47"/>
        <pc:sldMasterMkLst>
          <pc:docMk/>
          <pc:sldMasterMk cId="1690680774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AA7A1D-4A99-F746-956D-95A2CA2112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B2BD36-353B-779A-7F88-5303715F41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929A5-616D-40F9-837D-DC69B9A067B3}" type="datetimeFigureOut">
              <a:rPr lang="en-CA" smtClean="0"/>
              <a:t>11/02/26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C7DFC-60A9-5A60-8688-7BD353F8E0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9AC81-4683-3DED-F15E-29DE846BEC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E55CE-2F3C-40A4-9054-9887B503E21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6390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8D00B7-7D8C-4134-B55A-4B6924836C10}" type="datetimeFigureOut">
              <a:rPr lang="en-CA" smtClean="0"/>
              <a:t>11/02/26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761B3-E06F-4288-8806-6B1FF533DFF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505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A03FD-ACFE-EC52-303C-93723DE1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C56F13-CFE3-11A3-016A-E71EC4A3D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022F1-39E5-BCDB-1211-1DE310B74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Enterprise application mode is “IT Managed,” with high risk and complexity. IT oversees agent deployment, ensuring compliance and security for mission-critical solutions.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1064D-3E5E-A13E-E240-D88FAEF32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8E707F-E8BE-4F9E-9BC5-0F22011FFE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683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6D6AE-52E6-0BBD-25B1-C4EF5A2F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08E08F-016C-6F7A-01AB-F330F3866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6C925-3C53-B62A-8705-B6F79F444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9BF00-6374-F0D5-0DFE-128867DA0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6DBA25-EEB1-46C0-8126-D5B74A701F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202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E8E-71DC-B3C4-7A5B-98BCBB506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3B377-3092-9A3B-DA9F-9272872DB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6938F-2E03-ACCC-801B-487DB8A85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AD433-347A-0F87-1590-0A1B1A32CB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6DBA25-EEB1-46C0-8126-D5B74A701F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571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8D64-E5EB-98E7-D492-40F6B38F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55DC2-2A5B-77C9-88A5-0EBE3CB1C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1AA23-F559-86BC-2F18-50FF9A1C0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D6410-B2E2-7D2C-EFA4-99EFD7334D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6DBA25-EEB1-46C0-8126-D5B74A701F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38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4FD5C56-088C-9E2E-CB6F-3380EC7AB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pic>
        <p:nvPicPr>
          <p:cNvPr id="9" name="Picture 8" descr="A black background with yellow text&#10;&#10;Description automatically generated">
            <a:extLst>
              <a:ext uri="{FF2B5EF4-FFF2-40B4-BE49-F238E27FC236}">
                <a16:creationId xmlns:a16="http://schemas.microsoft.com/office/drawing/2014/main" id="{7187F866-461C-EF13-E077-6D2A441BF1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330" y="849958"/>
            <a:ext cx="2338598" cy="935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9054F2-18B3-0D5C-3F5A-60CE9536D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3501" y="1729051"/>
            <a:ext cx="3116206" cy="2387600"/>
          </a:xfrm>
        </p:spPr>
        <p:txBody>
          <a:bodyPr lIns="0" tIns="0" rIns="0" bIns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defRPr lang="en-CA" sz="3200" kern="1200" baseline="0" dirty="0">
                <a:solidFill>
                  <a:schemeClr val="bg1"/>
                </a:solidFill>
                <a:latin typeface="Poppins SemiBold" panose="020B0502040204020203" pitchFamily="2" charset="0"/>
                <a:ea typeface="+mn-ea"/>
                <a:cs typeface="Poppins SemiBold" panose="020B0502040204020203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4BCD3-5A46-88AA-3339-0B9EECFBC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3501" y="4186604"/>
            <a:ext cx="3116206" cy="679080"/>
          </a:xfr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buNone/>
              <a:defRPr lang="en-CA" sz="1600" kern="1200" dirty="0">
                <a:solidFill>
                  <a:srgbClr val="FFF3B8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B7997C-9939-B875-35D0-8A5583B1FE5D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96136C-F541-A535-38FE-17D133A5C253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3B8B28-D1CE-6FC8-C165-66E7E3E0C81C}"/>
              </a:ext>
            </a:extLst>
          </p:cNvPr>
          <p:cNvSpPr/>
          <p:nvPr userDrawn="1"/>
        </p:nvSpPr>
        <p:spPr>
          <a:xfrm>
            <a:off x="6438218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3812E-A64E-61F7-9BBA-DD8286B49A8A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CF058-5C50-59A9-2A7C-4F107DB0110E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0CD31B-A226-AE21-CECD-1C3116EA4BE8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B56B075-8F32-2391-E675-2D8C63E2CC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63850" y="4896588"/>
            <a:ext cx="3116263" cy="172888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lang="en-CA" sz="1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lvl="0"/>
            <a:r>
              <a:rPr lang="en-US"/>
              <a:t>Firstname Lastname</a:t>
            </a:r>
            <a:endParaRPr lang="en-CA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55D09F9-E253-F3E7-3F99-A23B760F49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3850" y="5140393"/>
            <a:ext cx="3116263" cy="168255"/>
          </a:xfr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CA" sz="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marL="0" indent="0">
              <a:buNone/>
            </a:pPr>
            <a:r>
              <a:rPr lang="en-CA"/>
              <a:t>Title of presenter </a:t>
            </a:r>
          </a:p>
          <a:p>
            <a:pPr marL="0" indent="0">
              <a:buNone/>
            </a:pPr>
            <a:r>
              <a:rPr lang="en-CA"/>
              <a:t>and/or org/department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1E0E917C-273F-864A-2BBD-92D3C7C36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63850" y="5350987"/>
            <a:ext cx="3116263" cy="416401"/>
          </a:xfrm>
        </p:spPr>
        <p:txBody>
          <a:bodyPr lIns="0" tIns="0" rIns="0" bIns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CA" sz="800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180000" indent="0">
              <a:buNone/>
              <a:defRPr/>
            </a:lvl2pPr>
            <a:lvl3pPr marL="360000" indent="0">
              <a:buNone/>
              <a:defRPr/>
            </a:lvl3pPr>
            <a:lvl4pPr marL="540000" indent="0">
              <a:buNone/>
              <a:defRPr/>
            </a:lvl4pPr>
            <a:lvl5pPr marL="648000" indent="0">
              <a:buNone/>
              <a:defRPr/>
            </a:lvl5pPr>
          </a:lstStyle>
          <a:p>
            <a:pPr marL="0" indent="0">
              <a:buNone/>
            </a:pPr>
            <a:r>
              <a:rPr lang="en-CA"/>
              <a:t>Date and/or event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8CC3-538C-D634-F38C-649852E9797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88A50-44C6-9C69-0723-F55417116EA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A28C1-82FE-B1E3-C7FC-7F33A7AEFEB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4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-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7857809-4FE3-47E7-93C2-523FEA82D9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6138000"/>
          </a:xfrm>
        </p:spPr>
        <p:txBody>
          <a:bodyPr wrap="square" lIns="360000" tIns="180000" rIns="180000" bIns="180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A4D1A376-0F22-4118-BAF0-A1B71E9E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362000" cy="6642000"/>
          </a:xfrm>
        </p:spPr>
        <p:txBody>
          <a:bodyPr lIns="180000" tIns="180000" rIns="180000" bIns="18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3B28B5-AE0C-A816-C020-F98E6B6F87BC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83DE88E2-E6FE-E343-D2D3-B7D439F5EA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2D0EA832-2D68-3BA4-D39D-D569EBBA38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6" name="Rectangle 8">
              <a:extLst>
                <a:ext uri="{FF2B5EF4-FFF2-40B4-BE49-F238E27FC236}">
                  <a16:creationId xmlns:a16="http://schemas.microsoft.com/office/drawing/2014/main" id="{5493BA13-E315-28E4-2580-8DE75CBD9B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EC6478BF-F0F6-3716-94D0-10A255824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8" name="Rectangle 10">
              <a:extLst>
                <a:ext uri="{FF2B5EF4-FFF2-40B4-BE49-F238E27FC236}">
                  <a16:creationId xmlns:a16="http://schemas.microsoft.com/office/drawing/2014/main" id="{94886736-697A-067D-4F81-4AD365E34B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9" name="Rectangle 11">
              <a:extLst>
                <a:ext uri="{FF2B5EF4-FFF2-40B4-BE49-F238E27FC236}">
                  <a16:creationId xmlns:a16="http://schemas.microsoft.com/office/drawing/2014/main" id="{8AC123C7-F6E4-930F-1BF6-0D624D2AA8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Rectangle 12">
              <a:extLst>
                <a:ext uri="{FF2B5EF4-FFF2-40B4-BE49-F238E27FC236}">
                  <a16:creationId xmlns:a16="http://schemas.microsoft.com/office/drawing/2014/main" id="{A6738547-83E1-3998-587D-BE75DFBDCE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C11F8C-9A23-281E-35C8-4B593211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0ADA329-2AEC-C219-2B4C-62DBDFFC907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584B28E-3900-622E-E5AD-6D62C40E9B5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671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-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B77459-4A00-4B6F-A046-D4925ACF4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3312000"/>
          </a:xfrm>
        </p:spPr>
        <p:txBody>
          <a:bodyPr wrap="square" lIns="360000" tIns="360000" rIns="36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12F82-23C4-49B4-B393-6758E6850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429000"/>
            <a:ext cx="4500000" cy="2817000"/>
          </a:xfrm>
        </p:spPr>
        <p:txBody>
          <a:bodyPr lIns="360000" tIns="108000" rIns="360000" bIns="36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362000" cy="6642000"/>
          </a:xfrm>
        </p:spPr>
        <p:txBody>
          <a:bodyPr lIns="180000" tIns="180000" rIns="180000" bIns="18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6C4F7C-163A-FB11-0785-CD540D09DD09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D2053E03-900E-DA02-5412-B24307CFE7F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4E6FDF86-943A-F648-1635-6DA12A6AD5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89EB94CC-5DD8-0E45-9167-43BC2189B7F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2309BD3D-93A7-B6C9-9CD9-A07888E444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630ABBF-7A54-D6A5-845E-AA60F03959C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31A6A8E6-75EF-281C-C6E1-1D46B16B97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A8F7DE-8EC5-1CCD-39BA-7484E5D542B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6C9CDD9-CE2F-3F71-BCE4-84610ECDEA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D28AA3C-9C05-77B6-14BE-FC58BE32A03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C7960E4A-B38D-CB22-B308-DD3AB4C815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058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Content -- 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3B77459-4A00-4B6F-A046-D4925ACF4E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1999" y="108000"/>
            <a:ext cx="4739999" cy="3312000"/>
          </a:xfrm>
        </p:spPr>
        <p:txBody>
          <a:bodyPr wrap="square" lIns="180000" tIns="396000" rIns="54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00" y="108000"/>
            <a:ext cx="7337999" cy="6642000"/>
          </a:xfrm>
        </p:spPr>
        <p:txBody>
          <a:bodyPr lIns="360000" tIns="720000" rIns="72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29E12F82-23C4-49B4-B393-6758E6850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1999" y="3429000"/>
            <a:ext cx="4740001" cy="2817000"/>
          </a:xfrm>
        </p:spPr>
        <p:txBody>
          <a:bodyPr lIns="180000" tIns="180000" rIns="540000" bIns="72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883DDD-4051-7C88-9CEE-1949E6C28728}"/>
              </a:ext>
            </a:extLst>
          </p:cNvPr>
          <p:cNvGrpSpPr/>
          <p:nvPr userDrawn="1"/>
        </p:nvGrpSpPr>
        <p:grpSpPr>
          <a:xfrm>
            <a:off x="7662853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B8C9F9C-36F9-FE36-77B0-5A567A0D31F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BD451FB-C70D-AA98-C807-5438E5914E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BF01B-6C2D-C17A-5F85-B87719ECF76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A357FD-14A8-EB87-4ADE-B6C46D12B0F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881703F-EAD2-15EF-BF93-C3133797C3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E4FEEDF9-6D06-146B-AD28-CE14F2F0A3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CE3EA962-36BE-242A-F5D8-2D75B27621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827484E-C74E-64E3-4E76-2B86CC23D5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70F3B16D-AEAE-B2BB-0BF5-3DADEEEEFBF5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8FAFE79-F573-BC43-BA1A-1C4D2E04507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798303" y="6492875"/>
            <a:ext cx="3787877" cy="365125"/>
          </a:xfrm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98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Notes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499999" cy="2847701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955701"/>
            <a:ext cx="4500000" cy="2500219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">
            <a:extLst>
              <a:ext uri="{FF2B5EF4-FFF2-40B4-BE49-F238E27FC236}">
                <a16:creationId xmlns:a16="http://schemas.microsoft.com/office/drawing/2014/main" id="{CF3893C4-CF8B-4F4B-B713-FC9597153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6000" y="108000"/>
            <a:ext cx="7362000" cy="6638377"/>
          </a:xfrm>
        </p:spPr>
        <p:txBody>
          <a:bodyPr lIns="360000" tIns="720000" rIns="720000" bIns="720000" anchor="ctr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Notes">
            <a:extLst>
              <a:ext uri="{FF2B5EF4-FFF2-40B4-BE49-F238E27FC236}">
                <a16:creationId xmlns:a16="http://schemas.microsoft.com/office/drawing/2014/main" id="{E79C1175-1F59-D352-F75E-EE0E7237EE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371255"/>
            <a:ext cx="4500000" cy="1874745"/>
          </a:xfrm>
        </p:spPr>
        <p:txBody>
          <a:bodyPr lIns="360000" tIns="180000" rIns="180000" bIns="180000" anchor="b" anchorCtr="0">
            <a:normAutofit/>
          </a:bodyPr>
          <a:lstStyle>
            <a:lvl1pPr marL="0" indent="0">
              <a:buNone/>
              <a:defRPr sz="1000"/>
            </a:lvl1pPr>
            <a:lvl2pPr marL="108000" indent="0">
              <a:buNone/>
              <a:defRPr sz="1000"/>
            </a:lvl2pPr>
            <a:lvl3pPr marL="324000" indent="0">
              <a:buNone/>
              <a:defRPr sz="1000"/>
            </a:lvl3pPr>
            <a:lvl4pPr marL="540000" indent="0">
              <a:buNone/>
              <a:defRPr sz="1000"/>
            </a:lvl4pPr>
            <a:lvl5pPr marL="756000" indent="0">
              <a:buNone/>
              <a:defRPr sz="1000"/>
            </a:lvl5pPr>
          </a:lstStyle>
          <a:p>
            <a:pPr lvl="0"/>
            <a:r>
              <a:rPr lang="en-US"/>
              <a:t>Chart notes and last observation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21C792-D34B-EA7A-8EEB-A4E3432EEFBE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B07C1E90-C6E2-E955-218C-F6417ED5750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D4915A1B-770D-CA3C-9BA5-28744E9FE0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88895269-9033-3245-94A5-4673917B4E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D306BF23-B47D-A116-D39E-963BD7D9EB4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3C89C7CA-C72B-4075-1ABD-512FB3CD682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B10FE069-3B60-1BA6-5DF8-16BB8277D3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918CF808-DE76-B814-A149-C1E55D39B2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4BB27F1-73C7-A18E-7756-0267EA63BC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A97BA0-E37D-579D-6A50-2629171E723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AA6C2A-30AC-C3DD-9FA8-8360A953678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971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8777" cy="6138000"/>
          </a:xfrm>
        </p:spPr>
        <p:txBody>
          <a:bodyPr wrap="square" lIns="360000" tIns="180000" rIns="180000" bIns="180000" anchor="ctr" anchorCtr="0">
            <a:no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902440-9ED7-9053-BE75-542300470D15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367D5180-7069-7B0B-FB55-6C4AA647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E53EC17E-4482-63A8-737F-DBA17514C9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AFCE54CF-BEFD-36E3-38C1-12051EBE410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58BEB7D8-F548-465E-D394-526E89D4FF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45EA1532-3E2A-5399-D986-4205527EFB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A3845C94-C900-4299-9AC5-1FAC56A7BCF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1B8199AD-FD83-EAD1-DB9D-19F7C6D907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AB27771-FD7F-263A-CF04-FD144C6CA9F3}"/>
              </a:ext>
            </a:extLst>
          </p:cNvPr>
          <p:cNvSpPr/>
          <p:nvPr userDrawn="1"/>
        </p:nvSpPr>
        <p:spPr>
          <a:xfrm>
            <a:off x="4716000" y="0"/>
            <a:ext cx="747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8D02F3D2-0D84-B4E7-F069-5CFC87CD3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048" y="108000"/>
            <a:ext cx="7218952" cy="6632999"/>
          </a:xfrm>
        </p:spPr>
        <p:txBody>
          <a:bodyPr lIns="360000" tIns="720000" rIns="360000" bIns="720000" anchor="ctr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D634C6-748E-BCC0-37EA-DD7BB8595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EFDB1C0-B7B7-8AC3-721C-6FF7BC31EB3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C1A4EE5E-6ACD-4957-BB66-1A50A1FFAC55}" type="datetime2">
              <a:rPr lang="en-CA" smtClean="0"/>
              <a:pPr/>
              <a:t>Wednesday, February 11, 2026</a:t>
            </a:fld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FE09ED-68A7-517F-2F10-B794956EB57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7947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Low Title Sub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500000" cy="3755972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863972"/>
            <a:ext cx="4499999" cy="2382028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681DA0-7C11-3C5F-1949-954FDA1626C2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AB6C8930-A5AC-DAFA-F4CC-FA7C7D803D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81005B50-E010-A329-A480-BD771B5DB0B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32B137B9-B305-28FE-DD3A-C3A5892E11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9AE7CD5C-32F2-1BDC-6346-99F4FF5E01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5ECB1217-5494-A594-8008-BAAD7316735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4001F505-DA77-E8E2-EE5B-1F669D50929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EFD99D26-FB6C-D116-6EDA-1C955F2AD21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7CF69F8-CF82-A483-02DB-B041868E45D1}"/>
              </a:ext>
            </a:extLst>
          </p:cNvPr>
          <p:cNvSpPr/>
          <p:nvPr userDrawn="1"/>
        </p:nvSpPr>
        <p:spPr>
          <a:xfrm>
            <a:off x="4716000" y="0"/>
            <a:ext cx="747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A1FA9B09-4941-43E5-4646-757ADEACE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048" y="108000"/>
            <a:ext cx="7218952" cy="6632999"/>
          </a:xfrm>
        </p:spPr>
        <p:txBody>
          <a:bodyPr lIns="360000" tIns="720000" rIns="360000" bIns="720000" anchor="ctr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Slide Number Placeholder 7">
            <a:extLst>
              <a:ext uri="{FF2B5EF4-FFF2-40B4-BE49-F238E27FC236}">
                <a16:creationId xmlns:a16="http://schemas.microsoft.com/office/drawing/2014/main" id="{316A5579-FECB-3CF6-8E50-C330638E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3" name="Date Placeholder 8">
            <a:extLst>
              <a:ext uri="{FF2B5EF4-FFF2-40B4-BE49-F238E27FC236}">
                <a16:creationId xmlns:a16="http://schemas.microsoft.com/office/drawing/2014/main" id="{497FA825-DF18-BDBC-9D5D-17C350F58BA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300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C1A4EE5E-6ACD-4957-BB66-1A50A1FFAC55}" type="datetime2">
              <a:rPr lang="en-CA" smtClean="0"/>
              <a:pPr/>
              <a:t>Wednesday, February 11, 2026</a:t>
            </a:fld>
            <a:endParaRPr lang="en-CA"/>
          </a:p>
        </p:txBody>
      </p:sp>
      <p:sp>
        <p:nvSpPr>
          <p:cNvPr id="24" name="Footer Placeholder 9">
            <a:extLst>
              <a:ext uri="{FF2B5EF4-FFF2-40B4-BE49-F238E27FC236}">
                <a16:creationId xmlns:a16="http://schemas.microsoft.com/office/drawing/2014/main" id="{E6A1E3B0-F0F9-8772-9BDF-580EF91FE4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8303" y="6492875"/>
            <a:ext cx="3787877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709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 | Title Subtitle -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>
            <a:extLst>
              <a:ext uri="{FF2B5EF4-FFF2-40B4-BE49-F238E27FC236}">
                <a16:creationId xmlns:a16="http://schemas.microsoft.com/office/drawing/2014/main" id="{5D229ED7-198E-46F5-9AC0-267C1D31E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08000"/>
            <a:ext cx="4499999" cy="3320994"/>
          </a:xfrm>
        </p:spPr>
        <p:txBody>
          <a:bodyPr wrap="square" lIns="360000" tIns="180000" rIns="180000" bIns="0">
            <a:noAutofit/>
          </a:bodyPr>
          <a:lstStyle>
            <a:lvl1pPr algn="l"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CF6DE496-3DCD-4FA6-8337-7E21F22A79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3428994"/>
            <a:ext cx="4499999" cy="2817006"/>
          </a:xfrm>
        </p:spPr>
        <p:txBody>
          <a:bodyPr lIns="360000" tIns="180000" rIns="180000" bIns="18000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5C0EB5-9155-17CE-D408-B43F97EDC5CD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3C4A299F-6587-9401-A097-F6ACEB40EC8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744696F3-9388-A1C4-5F27-AAD0C90E85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82297F28-D736-5033-FC5D-679A184754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237FEE1A-D1C0-9D2A-3C92-ED67070DC3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D321F5BA-D9F5-A8B0-E17F-C8869F50F9C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ED478B1E-8308-4682-61A6-9A99C86076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2">
              <a:extLst>
                <a:ext uri="{FF2B5EF4-FFF2-40B4-BE49-F238E27FC236}">
                  <a16:creationId xmlns:a16="http://schemas.microsoft.com/office/drawing/2014/main" id="{99D89854-173E-25B0-A37A-46FAA4834A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56B1B3-EB84-DF47-ED4C-BFAB7F45E39E}"/>
              </a:ext>
            </a:extLst>
          </p:cNvPr>
          <p:cNvSpPr/>
          <p:nvPr userDrawn="1"/>
        </p:nvSpPr>
        <p:spPr>
          <a:xfrm>
            <a:off x="4716000" y="0"/>
            <a:ext cx="747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Chart">
            <a:extLst>
              <a:ext uri="{FF2B5EF4-FFF2-40B4-BE49-F238E27FC236}">
                <a16:creationId xmlns:a16="http://schemas.microsoft.com/office/drawing/2014/main" id="{F8C12BF8-D5BB-5C01-AF66-E253489E0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048" y="108000"/>
            <a:ext cx="7218952" cy="6632999"/>
          </a:xfrm>
        </p:spPr>
        <p:txBody>
          <a:bodyPr lIns="360000" tIns="720000" rIns="360000" bIns="720000" anchor="ctr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Slide Number Placeholder 7">
            <a:extLst>
              <a:ext uri="{FF2B5EF4-FFF2-40B4-BE49-F238E27FC236}">
                <a16:creationId xmlns:a16="http://schemas.microsoft.com/office/drawing/2014/main" id="{5A84C56B-D8CC-1036-9E6E-47959BFB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3" name="Date Placeholder 8">
            <a:extLst>
              <a:ext uri="{FF2B5EF4-FFF2-40B4-BE49-F238E27FC236}">
                <a16:creationId xmlns:a16="http://schemas.microsoft.com/office/drawing/2014/main" id="{1FE82849-376A-1D4D-822F-B47937958D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8300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C1A4EE5E-6ACD-4957-BB66-1A50A1FFAC55}" type="datetime2">
              <a:rPr lang="en-CA" smtClean="0"/>
              <a:pPr/>
              <a:t>Wednesday, February 11, 2026</a:t>
            </a:fld>
            <a:endParaRPr lang="en-CA"/>
          </a:p>
        </p:txBody>
      </p:sp>
      <p:sp>
        <p:nvSpPr>
          <p:cNvPr id="24" name="Footer Placeholder 9">
            <a:extLst>
              <a:ext uri="{FF2B5EF4-FFF2-40B4-BE49-F238E27FC236}">
                <a16:creationId xmlns:a16="http://schemas.microsoft.com/office/drawing/2014/main" id="{66EFEFED-D701-F168-E16A-7CACA07AD1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28303" y="6492875"/>
            <a:ext cx="3787877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684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1D5E7-80EF-3CCE-A65C-E9EE22F769A7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0699A06F-2C89-3BD1-AA30-88C1C58723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7868874D-5BD5-0356-BA31-885CE0513F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8F9B5C8F-8A85-4697-D977-16411BD3CD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7408C842-03A9-DC13-BD86-B9CF74B2EE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6892375D-7E4F-CC00-9A71-16226A4CBD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CBA69931-37EC-793B-7549-F05911E55E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97EA9240-B75B-75D6-9642-354E2751B99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3" name="Panel a">
            <a:extLst>
              <a:ext uri="{FF2B5EF4-FFF2-40B4-BE49-F238E27FC236}">
                <a16:creationId xmlns:a16="http://schemas.microsoft.com/office/drawing/2014/main" id="{6970050D-F8A2-55F9-C226-2106EB7F4CE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3242" y="1862518"/>
            <a:ext cx="5524500" cy="4878535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4" name="Panel b">
            <a:extLst>
              <a:ext uri="{FF2B5EF4-FFF2-40B4-BE49-F238E27FC236}">
                <a16:creationId xmlns:a16="http://schemas.microsoft.com/office/drawing/2014/main" id="{E60517F6-B0EB-0CD8-7191-C54060D20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253" y="1863088"/>
            <a:ext cx="5524500" cy="4886912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AE8C752C-9D05-8BB1-0642-70C0F7A6B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591672"/>
            <a:ext cx="11425516" cy="1284466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F891-8886-0001-D152-AD54CF03844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44864-E9F3-83DB-3A57-17DB0A9EC8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D403E-3B0C-BE57-CBA7-EEE1672DEA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56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Subtitle Panel Sourc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DAC1D22F-7B96-1529-CB3F-04AF17343B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48" y="591671"/>
            <a:ext cx="11473903" cy="1028329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506CD65-BF4B-1C02-940A-88E8DF04F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9049" y="1638501"/>
            <a:ext cx="11473902" cy="357070"/>
          </a:xfrm>
        </p:spPr>
        <p:txBody>
          <a:bodyPr lIns="0" r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anel a">
            <a:extLst>
              <a:ext uri="{FF2B5EF4-FFF2-40B4-BE49-F238E27FC236}">
                <a16:creationId xmlns:a16="http://schemas.microsoft.com/office/drawing/2014/main" id="{D7CF391E-E40C-2028-848F-0063AD5BA33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049" y="2125001"/>
            <a:ext cx="5548694" cy="4185837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0" name="Panel b">
            <a:extLst>
              <a:ext uri="{FF2B5EF4-FFF2-40B4-BE49-F238E27FC236}">
                <a16:creationId xmlns:a16="http://schemas.microsoft.com/office/drawing/2014/main" id="{64BF03A8-0F2B-BF10-3E46-ACCB0DB51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4252" y="2125596"/>
            <a:ext cx="5548694" cy="4193025"/>
          </a:xfrm>
        </p:spPr>
        <p:txBody>
          <a:bodyPr lIns="0" tIns="180000" rIns="0" bIns="0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Notes">
            <a:extLst>
              <a:ext uri="{FF2B5EF4-FFF2-40B4-BE49-F238E27FC236}">
                <a16:creationId xmlns:a16="http://schemas.microsoft.com/office/drawing/2014/main" id="{AC6AFD8D-1400-D345-0ACC-839DFE0E38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048" y="6069151"/>
            <a:ext cx="11473898" cy="470968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300"/>
              </a:spcBef>
              <a:buNone/>
              <a:defRPr sz="1000"/>
            </a:lvl1pPr>
          </a:lstStyle>
          <a:p>
            <a:pPr lvl="0"/>
            <a:r>
              <a:rPr lang="en-US"/>
              <a:t>Sources</a:t>
            </a:r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21EF84-23AA-2BE3-4A18-014A352A414A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20603171-ED06-B6F4-84FC-8A3D642ACFE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C8F2CBCB-C1D0-A9E4-23B0-FD0370721F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48D1581F-1DF8-465E-2FCC-4D536312052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112FA568-21DE-B2BF-CCE1-F32D83CFA0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3BA33972-039D-D745-CB84-0B27E755B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1391559D-C80A-FA25-D74B-934F27B754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E2230E4C-C568-0A4F-67EE-5D557A55F0E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2C3F9F-F0DB-249D-D588-7795083F39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00076E8-B8B6-EEFA-F754-5E450B46120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980AFDB-5CF1-AEAD-ABF8-56193CE8A69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">
            <a:extLst>
              <a:ext uri="{FF2B5EF4-FFF2-40B4-BE49-F238E27FC236}">
                <a16:creationId xmlns:a16="http://schemas.microsoft.com/office/drawing/2014/main" id="{6F4AAE45-EC98-47C8-B4F6-91BC5AA4DA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776000" y="1597444"/>
            <a:ext cx="8640000" cy="4902236"/>
          </a:xfrm>
        </p:spPr>
        <p:txBody>
          <a:bodyPr lIns="0" tIns="0" rIns="0" bIns="0" anchor="t" anchorCtr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F139DD54-BE2A-8818-0DF2-20FC3A1808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48" y="591671"/>
            <a:ext cx="11473904" cy="992329"/>
          </a:xfrm>
        </p:spPr>
        <p:txBody>
          <a:bodyPr wrap="square" lIns="0" tIns="0" rIns="0" bIns="144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28E838-39D5-43C6-90FB-91F1B602450C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AAFE156A-6DC1-2E46-F75C-34DF294F77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C00BABA5-0B74-BA36-0041-8C9831D0A2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86C39608-E7C4-ED90-3D14-B5EAF7659E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DC02752D-2FC1-1A4D-600E-E7B8989A198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03D2D70E-7D66-1FFD-9FBD-5EDE6A5ECA1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614AC668-1890-639B-2E3A-A90DB8823DB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488C17B4-8D7C-AD47-3168-771A7115FB9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972C5-453F-635E-8DF4-D14CC17312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7623B9-C47B-C0F4-E6DE-A20E728606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52D6CBB-450B-3F49-CC15-4CFCAC753E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649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">
            <a:extLst>
              <a:ext uri="{FF2B5EF4-FFF2-40B4-BE49-F238E27FC236}">
                <a16:creationId xmlns:a16="http://schemas.microsoft.com/office/drawing/2014/main" id="{97E6F472-B8DF-4D84-AF60-8AF09CD90C6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383242" y="1863088"/>
            <a:ext cx="11425516" cy="46360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CA"/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4FC52DED-D868-19D7-0F50-9AF7FE8F0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591671"/>
            <a:ext cx="11425516" cy="127141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5EBAF3-60BC-B844-7E51-FE26FCC6DB38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CEF0F3A9-7BA7-E2CD-305B-78FD5DB4956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17391805-770B-8CE5-4DC3-16C92446389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F07981B5-EDE8-7D8A-E84F-B8889171A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F5D8076D-BF2F-3FF1-F69D-4BAEE8C9BF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71994092-93DC-B2DA-C7AE-F69A0F59A4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A0EE2077-6B76-1C2C-53D0-1DA52FC3A9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8CD6A1D2-D9A0-B5F8-BE44-ABCB5535F8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5338DD6-2F69-E684-B3D6-DB53F797B9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DF5B6BC-2342-CD04-5096-069B6FDD90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66524B-69A6-373C-F91D-7BFBD8C517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167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a">
            <a:extLst>
              <a:ext uri="{FF2B5EF4-FFF2-40B4-BE49-F238E27FC236}">
                <a16:creationId xmlns:a16="http://schemas.microsoft.com/office/drawing/2014/main" id="{77187997-B256-4434-821E-695247B5C77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3242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4" name="Content b">
            <a:extLst>
              <a:ext uri="{FF2B5EF4-FFF2-40B4-BE49-F238E27FC236}">
                <a16:creationId xmlns:a16="http://schemas.microsoft.com/office/drawing/2014/main" id="{F236D2EF-DA10-4C40-91DC-525905CD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000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6" name="Content c">
            <a:extLst>
              <a:ext uri="{FF2B5EF4-FFF2-40B4-BE49-F238E27FC236}">
                <a16:creationId xmlns:a16="http://schemas.microsoft.com/office/drawing/2014/main" id="{18431E66-7370-47EA-897B-1570C2B4D9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08758" y="1863088"/>
            <a:ext cx="3600000" cy="4886912"/>
          </a:xfrm>
        </p:spPr>
        <p:txBody>
          <a:bodyPr lIns="0" tIns="180000" rIns="0" bIns="0" anchor="t" anchorCtr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D334DECD-50A6-02EC-021A-D40C8FADC5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591671"/>
            <a:ext cx="11425516" cy="127141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A3F7BE-474D-73D6-96D5-429697A1A0EC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9C3E1DF5-4F99-BCDF-A3B5-099B939882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5B1D3ACA-1EDA-1506-836A-3C46C24B41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08EFCAE8-1064-8C04-2624-BE9F7543DD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76FD2690-DD0D-F196-ED50-CDB169D47DB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2D86D99C-10C9-8805-9E51-CFA8E1BD53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1">
              <a:extLst>
                <a:ext uri="{FF2B5EF4-FFF2-40B4-BE49-F238E27FC236}">
                  <a16:creationId xmlns:a16="http://schemas.microsoft.com/office/drawing/2014/main" id="{25AED2EE-0693-E90F-D3B7-C40394A55F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5E09F950-D018-5E75-85B2-4B3B43B9E3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9A6B82-E3A3-499B-7EC3-D8AEDBC300C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A274A01-4DFE-8AE9-1A7F-562CCED823A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9FE259-2681-3B64-D31E-F84985DD6A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492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3 Ic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con a">
            <a:extLst>
              <a:ext uri="{FF2B5EF4-FFF2-40B4-BE49-F238E27FC236}">
                <a16:creationId xmlns:a16="http://schemas.microsoft.com/office/drawing/2014/main" id="{9FA4364F-6F31-4FF8-9C89-13D55E2224B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354665" y="2239260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4665" y="2239260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Icon b">
            <a:extLst>
              <a:ext uri="{FF2B5EF4-FFF2-40B4-BE49-F238E27FC236}">
                <a16:creationId xmlns:a16="http://schemas.microsoft.com/office/drawing/2014/main" id="{3F6AD194-16F4-410D-B8D4-8D591D786B9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54665" y="3663873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6" name="Content b">
            <a:extLst>
              <a:ext uri="{FF2B5EF4-FFF2-40B4-BE49-F238E27FC236}">
                <a16:creationId xmlns:a16="http://schemas.microsoft.com/office/drawing/2014/main" id="{CB0B8477-63F0-42BB-87D4-03D9CC09C7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14665" y="3663873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Icon c">
            <a:extLst>
              <a:ext uri="{FF2B5EF4-FFF2-40B4-BE49-F238E27FC236}">
                <a16:creationId xmlns:a16="http://schemas.microsoft.com/office/drawing/2014/main" id="{EF28AE90-5A1F-4624-8383-3AD1F2725EE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54665" y="5075067"/>
            <a:ext cx="360000" cy="36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8" name="Content c">
            <a:extLst>
              <a:ext uri="{FF2B5EF4-FFF2-40B4-BE49-F238E27FC236}">
                <a16:creationId xmlns:a16="http://schemas.microsoft.com/office/drawing/2014/main" id="{C76B2418-8F22-4763-AA93-E68E3F9A0C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14665" y="5075067"/>
            <a:ext cx="7580802" cy="1189736"/>
          </a:xfrm>
        </p:spPr>
        <p:txBody>
          <a:bodyPr tIns="9000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/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F3A896EC-BD26-20F3-FD9C-F0EF72474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591671"/>
            <a:ext cx="11425516" cy="127141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02E2BB-7AF1-9946-AF20-BD59E2647BD7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7C0F2514-ED83-109E-8BDA-BCDE2245B3F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217A444A-E0A9-289D-EB85-4470DEA2B9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6B05A60D-D473-5BB9-276A-E7EEED4EFC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D15955CE-F384-0B79-6187-CC7AFD63F3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AC83777-5364-DCEF-6B3E-9DD46163A1D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E8F1E29C-ADC5-6CE8-35DA-C21099A385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F729F82C-FDDE-3146-CE95-09099F78DE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9498F4-0D1B-558E-E344-2B5D17EF9B8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9D28480-4D39-12A8-7A40-32034EB010D1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AA695F-7DDD-A130-6F0D-2E8A9B9A9F52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05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3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6F523F-5586-4D3F-B652-BBA6E8F72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12322" y="1087282"/>
            <a:ext cx="2792991" cy="4683436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C14923-BF9B-4A14-AC85-6F6F2A0A3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9932" y="1088987"/>
            <a:ext cx="2798989" cy="4681729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A05ABC-BC30-41AE-BE63-16E84F288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6504" y="1088988"/>
            <a:ext cx="2795080" cy="4681730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Icon a">
            <a:extLst>
              <a:ext uri="{FF2B5EF4-FFF2-40B4-BE49-F238E27FC236}">
                <a16:creationId xmlns:a16="http://schemas.microsoft.com/office/drawing/2014/main" id="{4BC304A8-0700-4289-9AF2-04A3EAA6AD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40817" y="1544391"/>
            <a:ext cx="936000" cy="93668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12321" y="2479271"/>
            <a:ext cx="2792991" cy="3291445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Icon b">
            <a:extLst>
              <a:ext uri="{FF2B5EF4-FFF2-40B4-BE49-F238E27FC236}">
                <a16:creationId xmlns:a16="http://schemas.microsoft.com/office/drawing/2014/main" id="{4F2E907D-3211-4CBC-8F1E-7A55DB0BB2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26044" y="1546098"/>
            <a:ext cx="936000" cy="93634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5" name="Content b">
            <a:extLst>
              <a:ext uri="{FF2B5EF4-FFF2-40B4-BE49-F238E27FC236}">
                <a16:creationId xmlns:a16="http://schemas.microsoft.com/office/drawing/2014/main" id="{C70180D4-4D21-4C13-BAA7-5FB9873B0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6504" y="2481078"/>
            <a:ext cx="2795079" cy="3290246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Icon c">
            <a:extLst>
              <a:ext uri="{FF2B5EF4-FFF2-40B4-BE49-F238E27FC236}">
                <a16:creationId xmlns:a16="http://schemas.microsoft.com/office/drawing/2014/main" id="{C4F1E197-E801-406B-97D1-560086EC81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11426" y="1546098"/>
            <a:ext cx="936000" cy="93634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7" name="Content c">
            <a:extLst>
              <a:ext uri="{FF2B5EF4-FFF2-40B4-BE49-F238E27FC236}">
                <a16:creationId xmlns:a16="http://schemas.microsoft.com/office/drawing/2014/main" id="{D87A96A1-9BE6-46AA-970C-8BD1E7A291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9932" y="2481078"/>
            <a:ext cx="2798989" cy="3290246"/>
          </a:xfrm>
        </p:spPr>
        <p:txBody>
          <a:bodyPr lIns="180000" tIns="180000" rIns="180000" bIns="18000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7545AA-2099-E2FD-36BA-C4CD93B4E2ED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7F77DE-300D-AF34-5966-B4BDDB40B8D7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369DA-BC0E-112D-3B2E-695684FF78D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2179A3-BFD1-9C46-6C74-002D96DA4D3D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A2FD9BF-7875-D402-979A-D2988646153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02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 | Title -- 6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68C581-1072-5DD1-0604-6594A87F0524}"/>
              </a:ext>
            </a:extLst>
          </p:cNvPr>
          <p:cNvSpPr/>
          <p:nvPr userDrawn="1"/>
        </p:nvSpPr>
        <p:spPr>
          <a:xfrm>
            <a:off x="1213076" y="1090613"/>
            <a:ext cx="4540703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22D9E-DD85-D0BA-34EF-7E68D9A4DF15}"/>
              </a:ext>
            </a:extLst>
          </p:cNvPr>
          <p:cNvSpPr/>
          <p:nvPr userDrawn="1"/>
        </p:nvSpPr>
        <p:spPr>
          <a:xfrm>
            <a:off x="6438218" y="1090613"/>
            <a:ext cx="4540703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Icon a">
            <a:extLst>
              <a:ext uri="{FF2B5EF4-FFF2-40B4-BE49-F238E27FC236}">
                <a16:creationId xmlns:a16="http://schemas.microsoft.com/office/drawing/2014/main" id="{9FA4364F-6F31-4FF8-9C89-13D55E2224B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357380" y="1664983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6" name="Content a">
            <a:extLst>
              <a:ext uri="{FF2B5EF4-FFF2-40B4-BE49-F238E27FC236}">
                <a16:creationId xmlns:a16="http://schemas.microsoft.com/office/drawing/2014/main" id="{E0C92A3F-EEDD-4C4E-84A7-EED3D74212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36048" y="1430115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Icon b">
            <a:extLst>
              <a:ext uri="{FF2B5EF4-FFF2-40B4-BE49-F238E27FC236}">
                <a16:creationId xmlns:a16="http://schemas.microsoft.com/office/drawing/2014/main" id="{7796FB15-C289-47B7-9D80-9C1C442CFE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357380" y="3089596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1" name="Content b">
            <a:extLst>
              <a:ext uri="{FF2B5EF4-FFF2-40B4-BE49-F238E27FC236}">
                <a16:creationId xmlns:a16="http://schemas.microsoft.com/office/drawing/2014/main" id="{4AA38911-A55B-4A45-AF65-5135019FCE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36048" y="2854728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Icon c">
            <a:extLst>
              <a:ext uri="{FF2B5EF4-FFF2-40B4-BE49-F238E27FC236}">
                <a16:creationId xmlns:a16="http://schemas.microsoft.com/office/drawing/2014/main" id="{AAB06EE7-17D4-4893-9F8C-F5B5EB94D26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357380" y="4520482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23" name="Content c">
            <a:extLst>
              <a:ext uri="{FF2B5EF4-FFF2-40B4-BE49-F238E27FC236}">
                <a16:creationId xmlns:a16="http://schemas.microsoft.com/office/drawing/2014/main" id="{99649FB1-CC48-45A2-90E5-33DC7C9D143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36048" y="4285614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Icon d">
            <a:extLst>
              <a:ext uri="{FF2B5EF4-FFF2-40B4-BE49-F238E27FC236}">
                <a16:creationId xmlns:a16="http://schemas.microsoft.com/office/drawing/2014/main" id="{65E902F2-2E87-40CD-B603-2C9FB43025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71020" y="1664983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0" name="Content d">
            <a:extLst>
              <a:ext uri="{FF2B5EF4-FFF2-40B4-BE49-F238E27FC236}">
                <a16:creationId xmlns:a16="http://schemas.microsoft.com/office/drawing/2014/main" id="{9DBE634F-E8FE-4BC6-96B6-D7FBAF82573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449687" y="1430115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Icon e">
            <a:extLst>
              <a:ext uri="{FF2B5EF4-FFF2-40B4-BE49-F238E27FC236}">
                <a16:creationId xmlns:a16="http://schemas.microsoft.com/office/drawing/2014/main" id="{E654825E-129C-4BA1-962E-8E20CAB9C2D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571020" y="3089596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2" name="Content e">
            <a:extLst>
              <a:ext uri="{FF2B5EF4-FFF2-40B4-BE49-F238E27FC236}">
                <a16:creationId xmlns:a16="http://schemas.microsoft.com/office/drawing/2014/main" id="{7C94DF7D-A98C-4962-94C8-FA53A0D2B1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9687" y="2854728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Icon f">
            <a:extLst>
              <a:ext uri="{FF2B5EF4-FFF2-40B4-BE49-F238E27FC236}">
                <a16:creationId xmlns:a16="http://schemas.microsoft.com/office/drawing/2014/main" id="{075A7AD1-38EE-4AE3-916D-E215F88270C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71020" y="4520482"/>
            <a:ext cx="720000" cy="7200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CA"/>
              <a:t>icon</a:t>
            </a:r>
          </a:p>
        </p:txBody>
      </p:sp>
      <p:sp>
        <p:nvSpPr>
          <p:cNvPr id="34" name="Content f">
            <a:extLst>
              <a:ext uri="{FF2B5EF4-FFF2-40B4-BE49-F238E27FC236}">
                <a16:creationId xmlns:a16="http://schemas.microsoft.com/office/drawing/2014/main" id="{0253021D-56CE-4F99-B6E1-4749AAE24E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9687" y="4285614"/>
            <a:ext cx="3312000" cy="1189736"/>
          </a:xfrm>
        </p:spPr>
        <p:txBody>
          <a:bodyPr tIns="9000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108000" indent="0">
              <a:buNone/>
              <a:defRPr/>
            </a:lvl2pPr>
            <a:lvl3pPr marL="324000" indent="0">
              <a:buNone/>
              <a:defRPr/>
            </a:lvl3pPr>
            <a:lvl4pPr marL="540000" indent="0">
              <a:buNone/>
              <a:defRPr/>
            </a:lvl4pPr>
            <a:lvl5pPr marL="756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DC9C09-63FB-0B3D-BFC5-31CDE135EA51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E2025-718C-DA13-430D-A93F94C27119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C9E29D7-84AB-F25A-8D47-E4289605F6F5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A0AB69A-4661-B61A-A8F8-B3E4BC601FEC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F45E764-C16E-8CFB-DFF4-1ED32C7B595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875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791" y="1090613"/>
            <a:ext cx="4540700" cy="4676776"/>
          </a:xfrm>
        </p:spPr>
        <p:txBody>
          <a:bodyPr lIns="0" tIns="0" rIns="0" bIns="0" anchor="ctr" anchorCtr="0">
            <a:normAutofit/>
          </a:bodyPr>
          <a:lstStyle>
            <a:lvl1pPr algn="l">
              <a:defRPr sz="4400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37FD1-DF2A-D99F-C3EA-1CDC8C810A69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4EFF3-A3E7-145D-0E00-5873261F0CEA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19B6B-30E5-37D0-1BD3-781E047C8570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26DEC-9529-ECDE-6B80-045F22AE5A9F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CD1E9-2BE9-2B90-0E76-8FC01394840D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4844931-0548-54F8-C6CB-41805A61D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5A5CA32-2599-26DB-93B7-7EE2867BAC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D7A8710-B0FD-FDD8-6ED1-0B8DA9A91B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44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4791" y="1090612"/>
            <a:ext cx="4540700" cy="2338388"/>
          </a:xfrm>
        </p:spPr>
        <p:txBody>
          <a:bodyPr lIns="0" tIns="0" rIns="0" bIns="0" anchor="b" anchorCtr="0">
            <a:normAutofit/>
          </a:bodyPr>
          <a:lstStyle>
            <a:lvl1pPr algn="l">
              <a:defRPr sz="4400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337FD1-DF2A-D99F-C3EA-1CDC8C810A69}"/>
              </a:ext>
            </a:extLst>
          </p:cNvPr>
          <p:cNvSpPr/>
          <p:nvPr userDrawn="1"/>
        </p:nvSpPr>
        <p:spPr>
          <a:xfrm>
            <a:off x="0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4EFF3-A3E7-145D-0E00-5873261F0CEA}"/>
              </a:ext>
            </a:extLst>
          </p:cNvPr>
          <p:cNvSpPr/>
          <p:nvPr userDrawn="1"/>
        </p:nvSpPr>
        <p:spPr>
          <a:xfrm>
            <a:off x="121307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19B6B-30E5-37D0-1BD3-781E047C8570}"/>
              </a:ext>
            </a:extLst>
          </p:cNvPr>
          <p:cNvSpPr/>
          <p:nvPr userDrawn="1"/>
        </p:nvSpPr>
        <p:spPr>
          <a:xfrm>
            <a:off x="8179932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26DEC-9529-ECDE-6B80-045F22AE5A9F}"/>
              </a:ext>
            </a:extLst>
          </p:cNvPr>
          <p:cNvSpPr/>
          <p:nvPr userDrawn="1"/>
        </p:nvSpPr>
        <p:spPr>
          <a:xfrm>
            <a:off x="9921646" y="1090613"/>
            <a:ext cx="1057275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CD1E9-2BE9-2B90-0E76-8FC01394840D}"/>
              </a:ext>
            </a:extLst>
          </p:cNvPr>
          <p:cNvSpPr/>
          <p:nvPr userDrawn="1"/>
        </p:nvSpPr>
        <p:spPr>
          <a:xfrm>
            <a:off x="11663363" y="1090613"/>
            <a:ext cx="528637" cy="4676775"/>
          </a:xfrm>
          <a:prstGeom prst="rect">
            <a:avLst/>
          </a:prstGeom>
          <a:solidFill>
            <a:srgbClr val="2771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BA5E36CE-2ADC-8B0F-A6D2-A5E945CA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54790" y="3428999"/>
            <a:ext cx="4540700" cy="2338387"/>
          </a:xfrm>
        </p:spPr>
        <p:txBody>
          <a:bodyPr lIns="0" tIns="180000" rIns="0" bIns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C39C8AD-748E-3471-AE03-352519B0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38BA9AF-099B-0C6A-1BB2-EF73F67E45D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74C30A2-6F1E-51CF-0905-56344BFD1E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80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D8975D7-3250-491D-A331-BF6AC897DC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415837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FE71CD-DC6A-4819-8FAA-1E535AA5B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049" y="4158374"/>
            <a:ext cx="11413851" cy="2087626"/>
          </a:xfrm>
          <a:noFill/>
        </p:spPr>
        <p:txBody>
          <a:bodyPr lIns="0" tIns="180000" rIns="0" bIns="180000" anchor="b" anchorCtr="0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C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D10FD5-5B15-CD0C-8BC9-FFCC765906B9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36A379A-7AAA-56A8-D03E-97E2CB65C14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00C2CC0-CF1F-8391-99D2-90B71659CF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F79EAD-E3F9-ECC8-04F1-8F2A6B4274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C481F2F-3B08-50D6-6B94-5C7202A5AF5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6EDBAF-CC49-1DDA-FFF6-DCF6292D44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C9F6DB-E1AC-6C59-3A22-9B03B7BDD4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B89311-BB0E-20DE-422F-20CF2A9678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1576350-D33C-795A-8D60-A2069B309A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FB2B86AB-B50E-1EDB-CF14-B45D046894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4BEBCD0-3167-7D67-9F21-3BD684B00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996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ABAA8FA-EDFC-434F-BE3A-81F4D91E8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049" y="117001"/>
            <a:ext cx="11482431" cy="3036334"/>
          </a:xfrm>
        </p:spPr>
        <p:txBody>
          <a:bodyPr lIns="0" rIns="0">
            <a:normAutofit/>
          </a:bodyPr>
          <a:lstStyle>
            <a:lvl1pPr algn="l">
              <a:defRPr sz="4800"/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CA">
              <a:solidFill>
                <a:srgbClr val="FFFFFF"/>
              </a:solidFill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0BC8AA0-95C5-4328-8359-5B091D4E3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049" y="3429000"/>
            <a:ext cx="11482431" cy="2618501"/>
          </a:xfrm>
        </p:spPr>
        <p:txBody>
          <a:bodyPr lIns="0" rIns="0">
            <a:normAutofit/>
          </a:bodyPr>
          <a:lstStyle>
            <a:lvl1pPr marL="0" indent="0" algn="l">
              <a:buNone/>
              <a:defRPr>
                <a:solidFill>
                  <a:schemeClr val="accent2"/>
                </a:solidFill>
              </a:defRPr>
            </a:lvl1pPr>
          </a:lstStyle>
          <a:p>
            <a:pPr lvl="0">
              <a:spcAft>
                <a:spcPts val="1200"/>
              </a:spcAft>
            </a:pPr>
            <a:r>
              <a:rPr lang="en-US" sz="3200">
                <a:solidFill>
                  <a:srgbClr val="FFFFFF"/>
                </a:solidFill>
              </a:rPr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F88706-7A4D-49A9-71CE-37D137462870}"/>
              </a:ext>
            </a:extLst>
          </p:cNvPr>
          <p:cNvGrpSpPr/>
          <p:nvPr userDrawn="1"/>
        </p:nvGrpSpPr>
        <p:grpSpPr>
          <a:xfrm>
            <a:off x="359049" y="6246000"/>
            <a:ext cx="4116757" cy="612000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6E595BB4-B82E-1144-57BC-58887287CB4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7F622DC-8649-64E7-6675-4F48F768FF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2CDF31-1C99-0907-AA94-DEB383D230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02CE87-B30C-AD90-5926-83D4FC35F3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DF8BBE-52C2-D60C-F057-1FDC96D443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4631D5-5940-FD43-5D45-67666111A39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0BA6A9B-E1B8-0078-BE74-624CDDEA03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590F24F-487F-C13A-4BAA-780F490AC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657DDCA-33C0-D258-1F9E-B2D1BAD42FD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9F89B46-A1AC-5AC4-58FA-C079DAB2ACC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2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a">
            <a:extLst>
              <a:ext uri="{FF2B5EF4-FFF2-40B4-BE49-F238E27FC236}">
                <a16:creationId xmlns:a16="http://schemas.microsoft.com/office/drawing/2014/main" id="{919E2A4C-9C42-4ACB-B628-96C5ACF24FD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2714636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3" name="Content b">
            <a:extLst>
              <a:ext uri="{FF2B5EF4-FFF2-40B4-BE49-F238E27FC236}">
                <a16:creationId xmlns:a16="http://schemas.microsoft.com/office/drawing/2014/main" id="{B49B6FD4-5BFF-4E2E-9C87-DEBEDB28606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31850" y="3884847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4" name="Content c">
            <a:extLst>
              <a:ext uri="{FF2B5EF4-FFF2-40B4-BE49-F238E27FC236}">
                <a16:creationId xmlns:a16="http://schemas.microsoft.com/office/drawing/2014/main" id="{0537B91F-ED35-4914-A776-A0BBFB5ED29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1850" y="5055058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5" name="Content d">
            <a:extLst>
              <a:ext uri="{FF2B5EF4-FFF2-40B4-BE49-F238E27FC236}">
                <a16:creationId xmlns:a16="http://schemas.microsoft.com/office/drawing/2014/main" id="{0C96E1A5-0A31-4E74-BD26-97768C4BD4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670632" y="2714636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6" name="Content e">
            <a:extLst>
              <a:ext uri="{FF2B5EF4-FFF2-40B4-BE49-F238E27FC236}">
                <a16:creationId xmlns:a16="http://schemas.microsoft.com/office/drawing/2014/main" id="{03EB7FB7-E895-4A17-A409-CCE0FBC7EFA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670632" y="3884847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7" name="Content f">
            <a:extLst>
              <a:ext uri="{FF2B5EF4-FFF2-40B4-BE49-F238E27FC236}">
                <a16:creationId xmlns:a16="http://schemas.microsoft.com/office/drawing/2014/main" id="{6699D292-7B36-4472-972B-59869C2DB15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670632" y="5055058"/>
            <a:ext cx="4676818" cy="1142986"/>
          </a:xfrm>
        </p:spPr>
        <p:txBody>
          <a:bodyPr numCol="1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4400">
                <a:solidFill>
                  <a:schemeClr val="accent4"/>
                </a:solidFill>
                <a:latin typeface="+mj-lt"/>
              </a:rPr>
              <a:t>###</a:t>
            </a:r>
            <a:br>
              <a:rPr lang="en-US" sz="2800"/>
            </a:br>
            <a:r>
              <a:rPr lang="en-US" sz="2800"/>
              <a:t>Explaining text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0CB5A64-276F-BA12-B589-F3BEC6F3D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242" y="591671"/>
            <a:ext cx="11425516" cy="1271417"/>
          </a:xfrm>
        </p:spPr>
        <p:txBody>
          <a:bodyPr wrap="square" lIns="0" tIns="0" rIns="0" bIns="7200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3B8A07-CE70-F789-5C51-D29BA6D0D16E}"/>
              </a:ext>
            </a:extLst>
          </p:cNvPr>
          <p:cNvGrpSpPr/>
          <p:nvPr userDrawn="1"/>
        </p:nvGrpSpPr>
        <p:grpSpPr>
          <a:xfrm>
            <a:off x="359049" y="0"/>
            <a:ext cx="4116757" cy="591671"/>
            <a:chOff x="383243" y="4451"/>
            <a:chExt cx="4116757" cy="810500"/>
          </a:xfrm>
          <a:solidFill>
            <a:srgbClr val="277191"/>
          </a:solidFill>
        </p:grpSpPr>
        <p:sp>
          <p:nvSpPr>
            <p:cNvPr id="18" name="Rectangle 6">
              <a:extLst>
                <a:ext uri="{FF2B5EF4-FFF2-40B4-BE49-F238E27FC236}">
                  <a16:creationId xmlns:a16="http://schemas.microsoft.com/office/drawing/2014/main" id="{CE30F8C1-5162-858F-5B1A-936AC57368C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18926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755E3E0D-E12D-3938-643F-BA8848E8A71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556619" y="4451"/>
              <a:ext cx="308706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9FCEE425-0AB3-C4B3-890C-F6C90F1201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921944" y="4451"/>
              <a:ext cx="30972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9">
              <a:extLst>
                <a:ext uri="{FF2B5EF4-FFF2-40B4-BE49-F238E27FC236}">
                  <a16:creationId xmlns:a16="http://schemas.microsoft.com/office/drawing/2014/main" id="{35295A79-7E7A-A4E7-C244-AD8B143A13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228625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3" name="Rectangle 10">
              <a:extLst>
                <a:ext uri="{FF2B5EF4-FFF2-40B4-BE49-F238E27FC236}">
                  <a16:creationId xmlns:a16="http://schemas.microsoft.com/office/drawing/2014/main" id="{5432A74A-2D34-7CFA-1C81-FF92E0022F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653609" y="4451"/>
              <a:ext cx="307691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4D594162-EE15-D030-32C7-0CA054FE01B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1017918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CAD55C9F-DEF3-6D02-C360-E553CBDDD2A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243" y="4451"/>
              <a:ext cx="310737" cy="8105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A0199-DA10-70D1-8371-D137548821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B008CE-415D-B99F-EA88-7CA8C9F9DF7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319C3-4F5B-B532-9C3C-E6FF67283F9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20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EF9C8B-2A18-234C-F6B6-2CC89168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/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93FC97D-A866-EF06-CE1E-95D5231CB06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37AC258-478A-79A0-B388-BF0D15800C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10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3E9F4E86-AD29-08DB-7F3B-D03B435B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Date Placeholder 8">
            <a:extLst>
              <a:ext uri="{FF2B5EF4-FFF2-40B4-BE49-F238E27FC236}">
                <a16:creationId xmlns:a16="http://schemas.microsoft.com/office/drawing/2014/main" id="{CEE3561E-C578-B1D8-E4D6-CD4D42E7478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48300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C1A4EE5E-6ACD-4957-BB66-1A50A1FFAC55}" type="datetime2">
              <a:rPr lang="en-CA" smtClean="0"/>
              <a:pPr/>
              <a:t>Wednesday, February 11, 2026</a:t>
            </a:fld>
            <a:endParaRPr lang="en-CA"/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44E9DBAE-8435-285C-C26A-FDEE664F772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628303" y="6492875"/>
            <a:ext cx="3787877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23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3994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86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766648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0D17F-0B7F-457A-975B-F3B7482E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B9698-157E-45C6-BCA3-EF5569D5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28E69CF-E7CF-E3D8-6B98-E6986FE934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300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A4EE5E-6ACD-4957-BB66-1A50A1FFAC55}" type="datetime2">
              <a:rPr lang="en-CA" smtClean="0"/>
              <a:t>Wednesday, February 11, 2026</a:t>
            </a:fld>
            <a:endParaRPr lang="en-CA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6965AB3-5F2A-E152-424F-8A346A579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8303" y="6492875"/>
            <a:ext cx="3787877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CA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934E46-E789-EAEE-6113-EDC56DBE8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7800" y="6492875"/>
            <a:ext cx="7242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6C39CE-BFB6-4B5C-A3F2-F05151101EA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068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5" r:id="rId2"/>
    <p:sldLayoutId id="2147483650" r:id="rId3"/>
    <p:sldLayoutId id="2147483666" r:id="rId4"/>
    <p:sldLayoutId id="2147483678" r:id="rId5"/>
    <p:sldLayoutId id="2147483662" r:id="rId6"/>
    <p:sldLayoutId id="2147483677" r:id="rId7"/>
    <p:sldLayoutId id="2147483676" r:id="rId8"/>
    <p:sldLayoutId id="2147483664" r:id="rId9"/>
    <p:sldLayoutId id="2147483679" r:id="rId10"/>
    <p:sldLayoutId id="2147483663" r:id="rId11"/>
    <p:sldLayoutId id="2147483673" r:id="rId12"/>
    <p:sldLayoutId id="2147483661" r:id="rId13"/>
    <p:sldLayoutId id="2147483667" r:id="rId14"/>
    <p:sldLayoutId id="2147483669" r:id="rId15"/>
    <p:sldLayoutId id="2147483670" r:id="rId16"/>
    <p:sldLayoutId id="2147483651" r:id="rId17"/>
    <p:sldLayoutId id="2147483685" r:id="rId18"/>
    <p:sldLayoutId id="2147483684" r:id="rId19"/>
    <p:sldLayoutId id="2147483672" r:id="rId20"/>
    <p:sldLayoutId id="2147483668" r:id="rId21"/>
    <p:sldLayoutId id="2147483655" r:id="rId22"/>
    <p:sldLayoutId id="2147483691" r:id="rId23"/>
    <p:sldLayoutId id="2147483692" r:id="rId24"/>
    <p:sldLayoutId id="2147483693" r:id="rId2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828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6" Type="http://schemas.openxmlformats.org/officeDocument/2006/relationships/hyperlink" Target="https://learn.microsoft.com/en-us/microsoft-copilot-studio/guidance/sec-gov-phase2" TargetMode="External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hyperlink" Target="https://bankofcanada-my.sharepoint.com/personal/rodp_bank-banque-canada_ca/Documents/.A_WorkFolder/EA_Projects/BoC%20Copilot%20Studio/Template%20_%20Agreement%20for%20Business-led%20AI%20self-service.docx?web=1" TargetMode="External"/><Relationship Id="rId18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hyperlink" Target="https://bankofcanada-my.sharepoint.com/personal/rodp_bank-banque-canada_ca/Documents/.A_WorkFolder/EA_Projects/BoC%20Copilot%20Studio/BoC%20SelfServe%20COPILOT%20STUDIO%20Assessment%20Scoring%20-%20Template.xlsx?web=1" TargetMode="External"/><Relationship Id="rId17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19" Type="http://schemas.openxmlformats.org/officeDocument/2006/relationships/hyperlink" Target="https://bankofcanada-my.sharepoint.com/personal/rodp_bank-banque-canada_ca/Documents/.A_WorkFolder/EA_Projects/BoC%20Copilot%20Studio/Template%20_AI%20Production%20Compliance%20endorsement%20%20Business-led.docx?web=1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png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9D4777-58A5-6D3A-9781-1FD33EE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184" y="1346479"/>
            <a:ext cx="10342025" cy="969248"/>
          </a:xfrm>
        </p:spPr>
        <p:txBody>
          <a:bodyPr/>
          <a:lstStyle/>
          <a:p>
            <a:r>
              <a:rPr lang="en-US" sz="4000"/>
              <a:t>BoC Copilot Studio Technology Zones</a:t>
            </a:r>
            <a:endParaRPr lang="en-CA" sz="400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F58C071-E529-A95D-55E8-61B4556A1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2892" y="2701221"/>
            <a:ext cx="7526215" cy="89603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>
                <a:solidFill>
                  <a:schemeClr val="accent1">
                    <a:lumMod val="60000"/>
                    <a:lumOff val="40000"/>
                  </a:schemeClr>
                </a:solidFill>
              </a:rPr>
              <a:t>PAG Presentation of Copilot Studio Technology Zones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20219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FB41B-620D-C895-EFD4-226A6C1B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7">
            <a:extLst>
              <a:ext uri="{FF2B5EF4-FFF2-40B4-BE49-F238E27FC236}">
                <a16:creationId xmlns:a16="http://schemas.microsoft.com/office/drawing/2014/main" id="{96D87AFD-F959-3C35-CEC3-2D2D0690AB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544" y="165531"/>
            <a:ext cx="10515600" cy="620527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 algn="ctr"/>
            <a:r>
              <a:rPr lang="en-US" sz="2800" noProof="0">
                <a:solidFill>
                  <a:schemeClr val="bg1"/>
                </a:solidFill>
              </a:rPr>
              <a:t>DDS Platforms as a Self-Service (</a:t>
            </a:r>
            <a:r>
              <a:rPr lang="en-US" sz="2800" noProof="0" err="1">
                <a:solidFill>
                  <a:schemeClr val="bg1"/>
                </a:solidFill>
              </a:rPr>
              <a:t>PaaSS</a:t>
            </a:r>
            <a:r>
              <a:rPr lang="en-US" sz="2800" noProof="0">
                <a:solidFill>
                  <a:schemeClr val="bg1"/>
                </a:solidFill>
              </a:rPr>
              <a:t>).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1" name="Slide Zoom 90">
                <a:extLst>
                  <a:ext uri="{FF2B5EF4-FFF2-40B4-BE49-F238E27FC236}">
                    <a16:creationId xmlns:a16="http://schemas.microsoft.com/office/drawing/2014/main" id="{8A30F11F-7544-CB9D-AC75-E8A058BCF7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72827" y="5473819"/>
              <a:ext cx="1813740" cy="1020229"/>
            </p:xfrm>
            <a:graphic>
              <a:graphicData uri="http://schemas.microsoft.com/office/powerpoint/2016/slidezoom">
                <pslz:sldZm>
                  <pslz:sldZmObj sldId="2147483610" cId="4103802795">
                    <pslz:zmPr id="{0F6405D6-880F-4D69-A668-0EEE5C8153F3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13740" cy="1020229"/>
                        </a:xfrm>
                        <a:prstGeom prst="rect">
                          <a:avLst/>
                        </a:prstGeom>
                        <a:ln w="3175">
                          <a:solidFill>
                            <a:schemeClr val="bg1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1" name="Slide Zoom 90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8A30F11F-7544-CB9D-AC75-E8A058BCF7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72827" y="5473819"/>
                <a:ext cx="1813740" cy="1020229"/>
              </a:xfrm>
              <a:prstGeom prst="rect">
                <a:avLst/>
              </a:prstGeom>
              <a:ln w="3175">
                <a:solidFill>
                  <a:schemeClr val="bg1"/>
                </a:solidFill>
              </a:ln>
            </p:spPr>
          </p:pic>
        </mc:Fallback>
      </mc:AlternateContent>
      <p:sp>
        <p:nvSpPr>
          <p:cNvPr id="108" name="TextBox 107">
            <a:extLst>
              <a:ext uri="{FF2B5EF4-FFF2-40B4-BE49-F238E27FC236}">
                <a16:creationId xmlns:a16="http://schemas.microsoft.com/office/drawing/2014/main" id="{44D15851-5A9A-50D4-0A23-D1CB4916B116}"/>
              </a:ext>
            </a:extLst>
          </p:cNvPr>
          <p:cNvSpPr txBox="1"/>
          <p:nvPr/>
        </p:nvSpPr>
        <p:spPr>
          <a:xfrm>
            <a:off x="10327052" y="6386326"/>
            <a:ext cx="9776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i="1">
                <a:solidFill>
                  <a:schemeClr val="bg1"/>
                </a:solidFill>
              </a:rPr>
              <a:t>Click to zoom</a:t>
            </a:r>
            <a:endParaRPr lang="en-CA" sz="8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253C92-1E21-14FD-5BFC-AA0C9AD3EBE8}"/>
              </a:ext>
            </a:extLst>
          </p:cNvPr>
          <p:cNvSpPr txBox="1"/>
          <p:nvPr/>
        </p:nvSpPr>
        <p:spPr>
          <a:xfrm>
            <a:off x="6474901" y="4053737"/>
            <a:ext cx="5411666" cy="114992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lIns="0" tIns="36000" rIns="0" bIns="36000">
            <a:spAutoFit/>
          </a:bodyPr>
          <a:lstStyle/>
          <a:p>
            <a:pPr marL="141750"/>
            <a:r>
              <a:rPr lang="en-US" sz="1400" b="1">
                <a:solidFill>
                  <a:srgbClr val="FFC000"/>
                </a:solidFill>
              </a:rPr>
              <a:t>A Service Model </a:t>
            </a:r>
            <a:r>
              <a:rPr lang="en-US" sz="1400">
                <a:solidFill>
                  <a:srgbClr val="FFC000"/>
                </a:solidFill>
              </a:rPr>
              <a:t>defines how the service is consumed and operated</a:t>
            </a:r>
            <a:br>
              <a:rPr lang="en-US" sz="1400">
                <a:solidFill>
                  <a:srgbClr val="FFC000"/>
                </a:solidFill>
              </a:rPr>
            </a:br>
            <a:endParaRPr lang="en-US" sz="1400" b="1">
              <a:solidFill>
                <a:schemeClr val="bg1"/>
              </a:solidFill>
            </a:endParaRPr>
          </a:p>
          <a:p>
            <a:pPr marL="31320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Answers: “</a:t>
            </a:r>
            <a:r>
              <a:rPr lang="en-US" sz="1400" b="1">
                <a:solidFill>
                  <a:schemeClr val="bg1"/>
                </a:solidFill>
              </a:rPr>
              <a:t>What should users expect and who owns what?”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9D1A95-C8FA-EF51-6B50-96ADF5B35FC6}"/>
              </a:ext>
            </a:extLst>
          </p:cNvPr>
          <p:cNvSpPr txBox="1"/>
          <p:nvPr/>
        </p:nvSpPr>
        <p:spPr>
          <a:xfrm>
            <a:off x="6320402" y="2096927"/>
            <a:ext cx="5483669" cy="1149921"/>
          </a:xfrm>
          <a:prstGeom prst="rect">
            <a:avLst/>
          </a:prstGeom>
          <a:noFill/>
          <a:ln w="12700">
            <a:solidFill>
              <a:srgbClr val="EBC4C8"/>
            </a:solidFill>
          </a:ln>
        </p:spPr>
        <p:txBody>
          <a:bodyPr wrap="square" lIns="0" tIns="36000" rIns="0" bIns="36000">
            <a:spAutoFit/>
          </a:bodyPr>
          <a:lstStyle/>
          <a:p>
            <a:pPr marL="141750"/>
            <a:r>
              <a:rPr lang="en-US" sz="1400" b="1">
                <a:solidFill>
                  <a:srgbClr val="FFC000"/>
                </a:solidFill>
              </a:rPr>
              <a:t>A Technology Zone </a:t>
            </a:r>
            <a:r>
              <a:rPr lang="en-US" sz="1400">
                <a:solidFill>
                  <a:srgbClr val="FFC000"/>
                </a:solidFill>
              </a:rPr>
              <a:t>is a set of mandatory technical capabilities, controls, and configuration policies enforced by the platform to support a given risk and complexity level.</a:t>
            </a:r>
          </a:p>
          <a:p>
            <a:pPr marL="141750"/>
            <a:endParaRPr lang="en-US" sz="1400" b="1">
              <a:solidFill>
                <a:srgbClr val="FFC000"/>
              </a:solidFill>
            </a:endParaRPr>
          </a:p>
          <a:p>
            <a:pPr marL="31320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Answers -&gt;: </a:t>
            </a:r>
            <a:r>
              <a:rPr lang="en-US" sz="1400" b="1">
                <a:solidFill>
                  <a:schemeClr val="bg1"/>
                </a:solidFill>
              </a:rPr>
              <a:t>“What must the platform technically enforce?”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502FB37-3909-FDA2-8187-B2715DAE6828}"/>
              </a:ext>
            </a:extLst>
          </p:cNvPr>
          <p:cNvGrpSpPr/>
          <p:nvPr/>
        </p:nvGrpSpPr>
        <p:grpSpPr>
          <a:xfrm>
            <a:off x="170321" y="1551767"/>
            <a:ext cx="5925679" cy="3814330"/>
            <a:chOff x="419100" y="1962519"/>
            <a:chExt cx="5925679" cy="381433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3F22A8-7BA1-FAE4-A76D-4207480AA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9100" y="1962519"/>
              <a:ext cx="5925679" cy="3814330"/>
            </a:xfrm>
            <a:prstGeom prst="rect">
              <a:avLst/>
            </a:prstGeom>
          </p:spPr>
        </p:pic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9126C46-F0F2-83C6-8922-DD0230A4A596}"/>
                </a:ext>
              </a:extLst>
            </p:cNvPr>
            <p:cNvSpPr/>
            <p:nvPr/>
          </p:nvSpPr>
          <p:spPr>
            <a:xfrm>
              <a:off x="3152775" y="3333750"/>
              <a:ext cx="914400" cy="914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9480A09-95B0-A9AF-3560-3608A4F8F820}"/>
                </a:ext>
              </a:extLst>
            </p:cNvPr>
            <p:cNvSpPr/>
            <p:nvPr/>
          </p:nvSpPr>
          <p:spPr>
            <a:xfrm>
              <a:off x="4291577" y="2507679"/>
              <a:ext cx="914400" cy="9144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E066F40-44F3-81B9-91D5-EF5CBE7E2A69}"/>
                </a:ext>
              </a:extLst>
            </p:cNvPr>
            <p:cNvSpPr/>
            <p:nvPr/>
          </p:nvSpPr>
          <p:spPr>
            <a:xfrm>
              <a:off x="1576193" y="4248149"/>
              <a:ext cx="1352179" cy="6334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18B04B8-B21F-06D8-04C8-6C2C9C0E148E}"/>
              </a:ext>
            </a:extLst>
          </p:cNvPr>
          <p:cNvCxnSpPr>
            <a:cxnSpLocks/>
            <a:stCxn id="33" idx="4"/>
            <a:endCxn id="10" idx="1"/>
          </p:cNvCxnSpPr>
          <p:nvPr/>
        </p:nvCxnSpPr>
        <p:spPr>
          <a:xfrm rot="16200000" flipH="1">
            <a:off x="4678764" y="2832560"/>
            <a:ext cx="1617371" cy="1974903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BC050650-AD8A-8829-DCB3-A47F4958F3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183277" y="2113871"/>
            <a:ext cx="1122559" cy="983173"/>
          </a:xfrm>
          <a:prstGeom prst="curvedConnector2">
            <a:avLst/>
          </a:prstGeom>
          <a:ln w="28575">
            <a:solidFill>
              <a:srgbClr val="EBC4C8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157E8AC-6A6F-000C-8170-B415E09CD834}"/>
              </a:ext>
            </a:extLst>
          </p:cNvPr>
          <p:cNvSpPr txBox="1"/>
          <p:nvPr/>
        </p:nvSpPr>
        <p:spPr>
          <a:xfrm>
            <a:off x="487709" y="5753696"/>
            <a:ext cx="4832573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/>
              <a:t>👉 </a:t>
            </a:r>
            <a:r>
              <a:rPr lang="en-US" sz="1600" b="1">
                <a:solidFill>
                  <a:srgbClr val="FFC000"/>
                </a:solidFill>
              </a:rPr>
              <a:t>Key rule</a:t>
            </a:r>
            <a:r>
              <a:rPr lang="en-US" sz="1600">
                <a:solidFill>
                  <a:srgbClr val="FFC000"/>
                </a:solidFill>
              </a:rPr>
              <a:t>: A Service Model </a:t>
            </a:r>
            <a:r>
              <a:rPr lang="en-US" sz="1600" b="1">
                <a:solidFill>
                  <a:srgbClr val="FFC000"/>
                </a:solidFill>
              </a:rPr>
              <a:t>runs on</a:t>
            </a:r>
            <a:r>
              <a:rPr lang="en-US" sz="1600">
                <a:solidFill>
                  <a:srgbClr val="FFC000"/>
                </a:solidFill>
              </a:rPr>
              <a:t> a Technology Zone but </a:t>
            </a:r>
            <a:r>
              <a:rPr lang="en-US" sz="1600" b="1">
                <a:solidFill>
                  <a:srgbClr val="FFC000"/>
                </a:solidFill>
              </a:rPr>
              <a:t>cannot override its constraints</a:t>
            </a:r>
            <a:r>
              <a:rPr lang="en-US" sz="1600">
                <a:solidFill>
                  <a:srgbClr val="FFC000"/>
                </a:solidFill>
              </a:rPr>
              <a:t>.</a:t>
            </a:r>
            <a:endParaRPr lang="en-CA" sz="1600">
              <a:solidFill>
                <a:srgbClr val="FFC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D0CE0C7-967B-F306-995B-8D33A881F702}"/>
              </a:ext>
            </a:extLst>
          </p:cNvPr>
          <p:cNvSpPr/>
          <p:nvPr/>
        </p:nvSpPr>
        <p:spPr>
          <a:xfrm>
            <a:off x="2922286" y="2922998"/>
            <a:ext cx="914400" cy="9144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353703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C220-7A32-1B6B-A5FA-64CB6ADEF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365126"/>
            <a:ext cx="10772775" cy="654050"/>
          </a:xfrm>
        </p:spPr>
        <p:txBody>
          <a:bodyPr>
            <a:normAutofit/>
          </a:bodyPr>
          <a:lstStyle/>
          <a:p>
            <a:r>
              <a:rPr lang="en-US"/>
              <a:t>Gartner’s AI governance delivery spectrum</a:t>
            </a:r>
            <a:endParaRPr lang="en-CA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F339352-B39D-F076-BDD8-9A920E835A17}"/>
              </a:ext>
            </a:extLst>
          </p:cNvPr>
          <p:cNvGrpSpPr/>
          <p:nvPr/>
        </p:nvGrpSpPr>
        <p:grpSpPr>
          <a:xfrm>
            <a:off x="1682239" y="1690688"/>
            <a:ext cx="6233035" cy="4319672"/>
            <a:chOff x="1824296" y="1194853"/>
            <a:chExt cx="7899762" cy="538696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A0B2F33-C4DF-7474-91F1-D506DE4CE504}"/>
                </a:ext>
              </a:extLst>
            </p:cNvPr>
            <p:cNvGrpSpPr/>
            <p:nvPr/>
          </p:nvGrpSpPr>
          <p:grpSpPr>
            <a:xfrm>
              <a:off x="1824296" y="1194853"/>
              <a:ext cx="7899762" cy="5386964"/>
              <a:chOff x="1824296" y="1194853"/>
              <a:chExt cx="7899762" cy="5386964"/>
            </a:xfrm>
          </p:grpSpPr>
          <p:pic>
            <p:nvPicPr>
              <p:cNvPr id="58" name="Picture 57" descr="diagram">
                <a:extLst>
                  <a:ext uri="{FF2B5EF4-FFF2-40B4-BE49-F238E27FC236}">
                    <a16:creationId xmlns:a16="http://schemas.microsoft.com/office/drawing/2014/main" id="{A19BC88E-754C-5AD3-409C-912BBFC34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24296" y="1194853"/>
                <a:ext cx="7899762" cy="5386964"/>
              </a:xfrm>
              <a:prstGeom prst="roundRect">
                <a:avLst>
                  <a:gd name="adj" fmla="val 1926"/>
                </a:avLst>
              </a:prstGeom>
              <a:noFill/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5EB2B28D-30D0-3DB5-2CBB-97D80B5B3F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8631" y="2534177"/>
                <a:ext cx="3915956" cy="2904722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8C8B4037-8E74-3BC5-231E-941AD26D5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8632" y="3520283"/>
                <a:ext cx="2942180" cy="1918616"/>
              </a:xfrm>
              <a:prstGeom prst="rect">
                <a:avLst/>
              </a:prstGeom>
            </p:spPr>
          </p:pic>
        </p:grp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8D60C7B2-21C7-C3E6-9DB0-D61A9547C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8723448" y="6265502"/>
              <a:ext cx="816827" cy="233187"/>
            </a:xfrm>
            <a:prstGeom prst="round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B70231-0C8B-D756-B7FE-C76A4D85F27C}"/>
              </a:ext>
            </a:extLst>
          </p:cNvPr>
          <p:cNvSpPr txBox="1"/>
          <p:nvPr/>
        </p:nvSpPr>
        <p:spPr>
          <a:xfrm>
            <a:off x="8060504" y="2124231"/>
            <a:ext cx="356984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This Garten's chart illustrates how risk and business criticality increase with technical complexity. 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Also, this zone strategy is used and recommended for MS for Copilot Studio find more </a:t>
            </a:r>
            <a:r>
              <a:rPr lang="en-US">
                <a:solidFill>
                  <a:schemeClr val="bg1"/>
                </a:solidFill>
                <a:hlinkClick r:id="rId6"/>
              </a:rPr>
              <a:t>here in MS Copilot official documentation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80279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808F-0484-59A3-A101-F74DA975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E35544B-9D76-8D4F-D745-C131805DD92A}"/>
              </a:ext>
            </a:extLst>
          </p:cNvPr>
          <p:cNvSpPr/>
          <p:nvPr/>
        </p:nvSpPr>
        <p:spPr bwMode="auto">
          <a:xfrm>
            <a:off x="4333532" y="3519160"/>
            <a:ext cx="4584437" cy="2461678"/>
          </a:xfrm>
          <a:prstGeom prst="roundRect">
            <a:avLst>
              <a:gd name="adj" fmla="val 2696"/>
            </a:avLst>
          </a:prstGeom>
          <a:solidFill>
            <a:srgbClr val="D3D3F1"/>
          </a:solidFill>
          <a:ln>
            <a:solidFill>
              <a:srgbClr val="722B8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Rectangle: Rounded Corners 26">
            <a:extLst>
              <a:ext uri="{FF2B5EF4-FFF2-40B4-BE49-F238E27FC236}">
                <a16:creationId xmlns:a16="http://schemas.microsoft.com/office/drawing/2014/main" id="{6A582D62-14DC-C285-117E-07C90F581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333532" y="1713170"/>
            <a:ext cx="4584437" cy="1188719"/>
          </a:xfrm>
          <a:prstGeom prst="roundRect">
            <a:avLst>
              <a:gd name="adj" fmla="val 4624"/>
            </a:avLst>
          </a:prstGeom>
          <a:solidFill>
            <a:srgbClr val="D3D3F1"/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5E6A71A-019C-FB99-04A9-784A805F5A5F}"/>
              </a:ext>
            </a:extLst>
          </p:cNvPr>
          <p:cNvSpPr/>
          <p:nvPr/>
        </p:nvSpPr>
        <p:spPr bwMode="auto">
          <a:xfrm>
            <a:off x="5357142" y="1774015"/>
            <a:ext cx="2093609" cy="245655"/>
          </a:xfrm>
          <a:prstGeom prst="roundRect">
            <a:avLst>
              <a:gd name="adj" fmla="val 40573"/>
            </a:avLst>
          </a:prstGeom>
          <a:solidFill>
            <a:schemeClr val="accent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Segoe Sans Display Semibold"/>
                <a:cs typeface="Segoe UI" pitchFamily="34" charset="0"/>
              </a:rPr>
              <a:t>Business-led Self-serve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79683-2F6B-168A-11A2-AD7BB1106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89" y="229686"/>
            <a:ext cx="11018520" cy="483722"/>
          </a:xfrm>
        </p:spPr>
        <p:txBody>
          <a:bodyPr/>
          <a:lstStyle/>
          <a:p>
            <a:pPr algn="ctr"/>
            <a:r>
              <a:rPr lang="en-US" sz="2800" b="1"/>
              <a:t> BoC AI Platform as a Self-Service (AI-</a:t>
            </a:r>
            <a:r>
              <a:rPr lang="en-US" sz="2800" b="1" err="1"/>
              <a:t>PaSS</a:t>
            </a:r>
            <a:r>
              <a:rPr lang="en-US" sz="2800" b="1"/>
              <a:t>) for AI Agents </a:t>
            </a:r>
            <a:endParaRPr lang="en-US" sz="2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E89336-2A0B-CBDF-FDD7-6CCDFF4D7803}"/>
              </a:ext>
            </a:extLst>
          </p:cNvPr>
          <p:cNvSpPr/>
          <p:nvPr/>
        </p:nvSpPr>
        <p:spPr bwMode="auto">
          <a:xfrm>
            <a:off x="2549068" y="6027103"/>
            <a:ext cx="8490302" cy="357722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rgbClr val="C00000"/>
              </a:gs>
              <a:gs pos="45000">
                <a:schemeClr val="accent2">
                  <a:lumMod val="50000"/>
                </a:schemeClr>
              </a:gs>
              <a:gs pos="80000">
                <a:schemeClr val="accent4">
                  <a:lumMod val="50000"/>
                </a:schemeClr>
              </a:gs>
            </a:gsLst>
            <a:path path="circle">
              <a:fillToRect l="100000" t="100000"/>
            </a:path>
          </a:gradFill>
          <a:ln w="6350" cap="flat" cmpd="sng" algn="ctr">
            <a:solidFill>
              <a:schemeClr val="tx1">
                <a:alpha val="30000"/>
              </a:schemeClr>
            </a:solidFill>
            <a:prstDash val="solid"/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15080-14F5-7922-D697-00630D6D9602}"/>
              </a:ext>
            </a:extLst>
          </p:cNvPr>
          <p:cNvSpPr txBox="1"/>
          <p:nvPr/>
        </p:nvSpPr>
        <p:spPr>
          <a:xfrm>
            <a:off x="9642932" y="6084313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Pro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EC0AE-D149-0688-9856-42DDD16A7DFF}"/>
              </a:ext>
            </a:extLst>
          </p:cNvPr>
          <p:cNvSpPr txBox="1"/>
          <p:nvPr/>
        </p:nvSpPr>
        <p:spPr>
          <a:xfrm>
            <a:off x="7430770" y="6075680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Low code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016E9CE-F220-51CB-D62F-5C9507555BC2}"/>
              </a:ext>
            </a:extLst>
          </p:cNvPr>
          <p:cNvSpPr/>
          <p:nvPr/>
        </p:nvSpPr>
        <p:spPr bwMode="auto">
          <a:xfrm>
            <a:off x="4628797" y="2336463"/>
            <a:ext cx="3687116" cy="1910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For every Business Unit</a:t>
            </a:r>
          </a:p>
        </p:txBody>
      </p:sp>
      <p:sp>
        <p:nvSpPr>
          <p:cNvPr id="49" name="Rectangle: Rounded Corners 26">
            <a:extLst>
              <a:ext uri="{FF2B5EF4-FFF2-40B4-BE49-F238E27FC236}">
                <a16:creationId xmlns:a16="http://schemas.microsoft.com/office/drawing/2014/main" id="{FA10C6FC-2847-31E8-18A4-DC2250E76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05808" y="4489987"/>
            <a:ext cx="2001893" cy="1350448"/>
          </a:xfrm>
          <a:prstGeom prst="roundRect">
            <a:avLst>
              <a:gd name="adj" fmla="val 4624"/>
            </a:avLst>
          </a:prstGeom>
          <a:solidFill>
            <a:schemeClr val="tx1">
              <a:lumMod val="50000"/>
              <a:lumOff val="50000"/>
              <a:alpha val="42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31" name="Rounded Rectangle 59">
            <a:extLst>
              <a:ext uri="{FF2B5EF4-FFF2-40B4-BE49-F238E27FC236}">
                <a16:creationId xmlns:a16="http://schemas.microsoft.com/office/drawing/2014/main" id="{71516441-B3F5-20D3-3986-649C97B3A5E6}"/>
              </a:ext>
            </a:extLst>
          </p:cNvPr>
          <p:cNvSpPr/>
          <p:nvPr/>
        </p:nvSpPr>
        <p:spPr bwMode="auto">
          <a:xfrm>
            <a:off x="4574890" y="4214545"/>
            <a:ext cx="1904554" cy="445186"/>
          </a:xfrm>
          <a:prstGeom prst="roundRect">
            <a:avLst>
              <a:gd name="adj" fmla="val 49750"/>
            </a:avLst>
          </a:prstGeom>
          <a:solidFill>
            <a:srgbClr val="1F2A34"/>
          </a:solidFill>
          <a:ln w="19050">
            <a:solidFill>
              <a:srgbClr val="D7C319"/>
            </a:solidFill>
          </a:ln>
          <a:effectLst>
            <a:outerShdw blurRad="63500" dist="381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95072" rIns="0" bIns="1950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432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Declarative Agents (DA)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D5947A-16A8-97B9-DFE4-96B69F2D2697}"/>
              </a:ext>
            </a:extLst>
          </p:cNvPr>
          <p:cNvGrpSpPr/>
          <p:nvPr/>
        </p:nvGrpSpPr>
        <p:grpSpPr>
          <a:xfrm>
            <a:off x="5147859" y="4726933"/>
            <a:ext cx="640471" cy="696055"/>
            <a:chOff x="3592686" y="2734209"/>
            <a:chExt cx="752625" cy="75262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6A4B187-94A4-5E7F-7FB6-D33B4D7E8F06}"/>
                </a:ext>
              </a:extLst>
            </p:cNvPr>
            <p:cNvSpPr/>
            <p:nvPr/>
          </p:nvSpPr>
          <p:spPr bwMode="auto">
            <a:xfrm>
              <a:off x="3666587" y="2808102"/>
              <a:ext cx="604841" cy="604837"/>
            </a:xfrm>
            <a:prstGeom prst="ellipse">
              <a:avLst/>
            </a:prstGeom>
            <a:solidFill>
              <a:schemeClr val="tx1"/>
            </a:solidFill>
            <a:ln w="15875">
              <a:noFill/>
              <a:headEnd type="none" w="med" len="med"/>
              <a:tailEnd type="none" w="med" len="med"/>
            </a:ln>
            <a:effectLst>
              <a:outerShdw blurRad="2794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1C54BD4-5599-28E4-939B-D1FDF9742F67}"/>
                </a:ext>
              </a:extLst>
            </p:cNvPr>
            <p:cNvSpPr/>
            <p:nvPr/>
          </p:nvSpPr>
          <p:spPr bwMode="auto">
            <a:xfrm>
              <a:off x="3592686" y="2734209"/>
              <a:ext cx="752625" cy="752623"/>
            </a:xfrm>
            <a:prstGeom prst="ellipse">
              <a:avLst/>
            </a:prstGeom>
            <a:solidFill>
              <a:schemeClr val="tx1">
                <a:alpha val="12000"/>
              </a:schemeClr>
            </a:solidFill>
            <a:ln w="635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C33A8AF-DA6C-0E4F-07A6-1DCBBBD64E9A}"/>
              </a:ext>
            </a:extLst>
          </p:cNvPr>
          <p:cNvSpPr txBox="1"/>
          <p:nvPr/>
        </p:nvSpPr>
        <p:spPr>
          <a:xfrm>
            <a:off x="5047223" y="6095725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No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F1EC1-7289-E16B-9516-8935A122D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4501" y="4931625"/>
            <a:ext cx="241971" cy="227826"/>
          </a:xfrm>
          <a:prstGeom prst="rect">
            <a:avLst/>
          </a:prstGeom>
          <a:ln w="744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5B7B8ED-23C6-43F9-25C7-F5E71245BC56}"/>
              </a:ext>
            </a:extLst>
          </p:cNvPr>
          <p:cNvSpPr txBox="1"/>
          <p:nvPr/>
        </p:nvSpPr>
        <p:spPr>
          <a:xfrm>
            <a:off x="4333532" y="5397117"/>
            <a:ext cx="23182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Copilot Studio “Lite”</a:t>
            </a:r>
          </a:p>
        </p:txBody>
      </p:sp>
      <p:sp>
        <p:nvSpPr>
          <p:cNvPr id="47" name="Rectangle: Rounded Corners 26">
            <a:extLst>
              <a:ext uri="{FF2B5EF4-FFF2-40B4-BE49-F238E27FC236}">
                <a16:creationId xmlns:a16="http://schemas.microsoft.com/office/drawing/2014/main" id="{DE382B0E-12D0-7306-25E5-92337D4BD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78052" y="4530349"/>
            <a:ext cx="2053495" cy="1271870"/>
          </a:xfrm>
          <a:prstGeom prst="roundRect">
            <a:avLst>
              <a:gd name="adj" fmla="val 4624"/>
            </a:avLst>
          </a:prstGeom>
          <a:solidFill>
            <a:schemeClr val="tx1">
              <a:lumMod val="50000"/>
              <a:lumOff val="50000"/>
              <a:alpha val="42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EDFABA-0D30-D814-0EA8-A04B47C5B93B}"/>
              </a:ext>
            </a:extLst>
          </p:cNvPr>
          <p:cNvGrpSpPr/>
          <p:nvPr/>
        </p:nvGrpSpPr>
        <p:grpSpPr>
          <a:xfrm>
            <a:off x="7229568" y="4674248"/>
            <a:ext cx="704516" cy="745172"/>
            <a:chOff x="6031841" y="2260733"/>
            <a:chExt cx="991344" cy="99134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D8A6EDDB-ACC9-1F70-9683-36E152202E77}"/>
                </a:ext>
              </a:extLst>
            </p:cNvPr>
            <p:cNvGrpSpPr/>
            <p:nvPr/>
          </p:nvGrpSpPr>
          <p:grpSpPr>
            <a:xfrm>
              <a:off x="6031841" y="2260733"/>
              <a:ext cx="991344" cy="991341"/>
              <a:chOff x="3358695" y="2734209"/>
              <a:chExt cx="752625" cy="752623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5577C7B5-3A19-2F5B-BFA9-EADE008EA035}"/>
                  </a:ext>
                </a:extLst>
              </p:cNvPr>
              <p:cNvSpPr/>
              <p:nvPr/>
            </p:nvSpPr>
            <p:spPr bwMode="auto">
              <a:xfrm>
                <a:off x="3358695" y="2734209"/>
                <a:ext cx="752625" cy="752623"/>
              </a:xfrm>
              <a:prstGeom prst="ellipse">
                <a:avLst/>
              </a:prstGeom>
              <a:solidFill>
                <a:schemeClr val="tx1">
                  <a:alpha val="12000"/>
                </a:schemeClr>
              </a:solidFill>
              <a:ln w="635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111D248-1B03-D3FF-F087-36ECE3342416}"/>
                  </a:ext>
                </a:extLst>
              </p:cNvPr>
              <p:cNvSpPr/>
              <p:nvPr/>
            </p:nvSpPr>
            <p:spPr bwMode="auto">
              <a:xfrm>
                <a:off x="3432587" y="2808102"/>
                <a:ext cx="604841" cy="604837"/>
              </a:xfrm>
              <a:prstGeom prst="ellipse">
                <a:avLst/>
              </a:prstGeom>
              <a:solidFill>
                <a:schemeClr val="tx1"/>
              </a:solidFill>
              <a:ln w="15875">
                <a:noFill/>
                <a:headEnd type="none" w="med" len="med"/>
                <a:tailEnd type="none" w="med" len="med"/>
              </a:ln>
              <a:effectLst>
                <a:outerShdw blurRad="2794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Segoe UI" pitchFamily="34" charset="0"/>
                </a:endParaRPr>
              </a:p>
            </p:txBody>
          </p:sp>
        </p:grpSp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6A299B93-4D5F-989D-0497-F26BFA6AA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314958" y="2542558"/>
              <a:ext cx="431380" cy="43138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651DE3C-8A90-64D7-6761-F1992E423E67}"/>
              </a:ext>
            </a:extLst>
          </p:cNvPr>
          <p:cNvSpPr txBox="1"/>
          <p:nvPr/>
        </p:nvSpPr>
        <p:spPr>
          <a:xfrm>
            <a:off x="6794219" y="5372244"/>
            <a:ext cx="18092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Copilot Studio “Full”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9AB3CAF-38C5-E3E0-E671-BF473A3A7218}"/>
              </a:ext>
            </a:extLst>
          </p:cNvPr>
          <p:cNvSpPr txBox="1"/>
          <p:nvPr/>
        </p:nvSpPr>
        <p:spPr>
          <a:xfrm>
            <a:off x="2153476" y="2167056"/>
            <a:ext cx="12196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Service Model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701690A-626B-85DD-7314-54B447EFA59B}"/>
              </a:ext>
            </a:extLst>
          </p:cNvPr>
          <p:cNvSpPr txBox="1"/>
          <p:nvPr/>
        </p:nvSpPr>
        <p:spPr>
          <a:xfrm>
            <a:off x="2130219" y="4317541"/>
            <a:ext cx="1287931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Agent Type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57DF2FB-4074-3C7D-9FC0-ED76353D9C5F}"/>
              </a:ext>
            </a:extLst>
          </p:cNvPr>
          <p:cNvSpPr txBox="1"/>
          <p:nvPr/>
        </p:nvSpPr>
        <p:spPr>
          <a:xfrm>
            <a:off x="2154217" y="4994432"/>
            <a:ext cx="1903557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Platforms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47092-1FAC-F70B-2065-94A253D906E4}"/>
              </a:ext>
            </a:extLst>
          </p:cNvPr>
          <p:cNvSpPr txBox="1"/>
          <p:nvPr/>
        </p:nvSpPr>
        <p:spPr>
          <a:xfrm>
            <a:off x="326913" y="5980838"/>
            <a:ext cx="17536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Coding Complexity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6E4636-9E23-37E7-FFA6-7E934F0C22BF}"/>
              </a:ext>
            </a:extLst>
          </p:cNvPr>
          <p:cNvSpPr txBox="1"/>
          <p:nvPr/>
        </p:nvSpPr>
        <p:spPr>
          <a:xfrm>
            <a:off x="5122553" y="2059334"/>
            <a:ext cx="295569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4F71"/>
                </a:solidFill>
                <a:latin typeface="Segoe Sans Display Semibold"/>
              </a:rPr>
              <a:t>Teams &amp; Departments AI Solutions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566C3-07F1-E4FF-AA79-3D5D1A621DD6}"/>
              </a:ext>
            </a:extLst>
          </p:cNvPr>
          <p:cNvSpPr txBox="1"/>
          <p:nvPr/>
        </p:nvSpPr>
        <p:spPr>
          <a:xfrm>
            <a:off x="4587700" y="2683737"/>
            <a:ext cx="1673749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4F71"/>
                </a:solidFill>
                <a:latin typeface="Segoe Sans Display Semibold"/>
              </a:rPr>
              <a:t>Simple Business projects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354FB-CE68-E7BC-7F31-277807FA7722}"/>
              </a:ext>
            </a:extLst>
          </p:cNvPr>
          <p:cNvSpPr txBox="1"/>
          <p:nvPr/>
        </p:nvSpPr>
        <p:spPr>
          <a:xfrm>
            <a:off x="6600400" y="2683387"/>
            <a:ext cx="1789849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4F71"/>
                </a:solidFill>
                <a:latin typeface="Segoe Sans Display Semibold"/>
              </a:rPr>
              <a:t>Advanced Business projects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129" name="Arrow: Down 128">
            <a:extLst>
              <a:ext uri="{FF2B5EF4-FFF2-40B4-BE49-F238E27FC236}">
                <a16:creationId xmlns:a16="http://schemas.microsoft.com/office/drawing/2014/main" id="{52112147-A32C-9120-A358-A5097B140ED0}"/>
              </a:ext>
            </a:extLst>
          </p:cNvPr>
          <p:cNvSpPr/>
          <p:nvPr/>
        </p:nvSpPr>
        <p:spPr>
          <a:xfrm>
            <a:off x="6247693" y="2929690"/>
            <a:ext cx="449323" cy="5881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3D3F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F0CDB05-197D-D303-6D88-A16BB746DBD9}"/>
              </a:ext>
            </a:extLst>
          </p:cNvPr>
          <p:cNvSpPr txBox="1"/>
          <p:nvPr/>
        </p:nvSpPr>
        <p:spPr>
          <a:xfrm>
            <a:off x="2080565" y="3656881"/>
            <a:ext cx="139459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Technology Zone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F78E588-E598-79E8-186D-E433732F0E25}"/>
              </a:ext>
            </a:extLst>
          </p:cNvPr>
          <p:cNvSpPr/>
          <p:nvPr/>
        </p:nvSpPr>
        <p:spPr>
          <a:xfrm>
            <a:off x="4505808" y="4149166"/>
            <a:ext cx="4289532" cy="1713460"/>
          </a:xfrm>
          <a:prstGeom prst="rect">
            <a:avLst/>
          </a:prstGeom>
          <a:noFill/>
          <a:ln w="19050">
            <a:solidFill>
              <a:srgbClr val="D3D3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ounded Rectangle 59">
            <a:extLst>
              <a:ext uri="{FF2B5EF4-FFF2-40B4-BE49-F238E27FC236}">
                <a16:creationId xmlns:a16="http://schemas.microsoft.com/office/drawing/2014/main" id="{532EE090-91DC-E01B-8C3D-4170DAD68CB3}"/>
              </a:ext>
            </a:extLst>
          </p:cNvPr>
          <p:cNvSpPr/>
          <p:nvPr/>
        </p:nvSpPr>
        <p:spPr bwMode="auto">
          <a:xfrm>
            <a:off x="6728831" y="4201508"/>
            <a:ext cx="1938737" cy="384192"/>
          </a:xfrm>
          <a:prstGeom prst="roundRect">
            <a:avLst>
              <a:gd name="adj" fmla="val 34791"/>
            </a:avLst>
          </a:prstGeom>
          <a:solidFill>
            <a:srgbClr val="1F2A34"/>
          </a:solidFill>
          <a:ln w="28575">
            <a:solidFill>
              <a:srgbClr val="E02F9E"/>
            </a:solidFill>
          </a:ln>
          <a:effectLst>
            <a:outerShdw blurRad="63500" dist="381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3840" tIns="195072" rIns="243840" bIns="1950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2432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        Custom AI Engine Agents (CEA)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F717CD-D896-0A71-1A94-866D99B8CDD5}"/>
              </a:ext>
            </a:extLst>
          </p:cNvPr>
          <p:cNvSpPr txBox="1"/>
          <p:nvPr/>
        </p:nvSpPr>
        <p:spPr>
          <a:xfrm>
            <a:off x="5344501" y="3675541"/>
            <a:ext cx="252041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srgbClr val="595CCD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Technology Zone: </a:t>
            </a:r>
            <a:b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srgbClr val="595CCD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</a:br>
            <a:r>
              <a:rPr lang="en-US" sz="1200">
                <a:solidFill>
                  <a:srgbClr val="595CCD"/>
                </a:solidFill>
                <a:latin typeface="Segoe UI Semibold"/>
                <a:cs typeface="Segoe UI Semibold"/>
              </a:rPr>
              <a:t>Business 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49ACB-EC38-F3E5-549A-884CD5AB1F20}"/>
              </a:ext>
            </a:extLst>
          </p:cNvPr>
          <p:cNvSpPr txBox="1"/>
          <p:nvPr/>
        </p:nvSpPr>
        <p:spPr>
          <a:xfrm>
            <a:off x="2860202" y="6095725"/>
            <a:ext cx="1115897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Templates</a:t>
            </a:r>
          </a:p>
        </p:txBody>
      </p:sp>
    </p:spTree>
    <p:extLst>
      <p:ext uri="{BB962C8B-B14F-4D97-AF65-F5344CB8AC3E}">
        <p14:creationId xmlns:p14="http://schemas.microsoft.com/office/powerpoint/2010/main" val="100238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19" grpId="0" animBg="1"/>
      <p:bldP spid="52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7BC64-B485-6D1F-01CA-272DD35C3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EB34-F024-ED27-0D09-BF746EB5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598" y="181446"/>
            <a:ext cx="11018520" cy="492443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cs typeface="Segoe UI"/>
              </a:rPr>
              <a:t>Business-led AI Technology Zone - COPILOT STUDIO</a:t>
            </a:r>
            <a:endParaRPr lang="en-US"/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C3D0766F-FC81-B8E9-3E61-C5A3E028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3510141" y="3825655"/>
            <a:ext cx="57727" cy="57727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A38C0D-A20C-5387-1A1B-3309BCADAFE6}"/>
              </a:ext>
            </a:extLst>
          </p:cNvPr>
          <p:cNvSpPr/>
          <p:nvPr/>
        </p:nvSpPr>
        <p:spPr>
          <a:xfrm>
            <a:off x="3271272" y="3748183"/>
            <a:ext cx="1557803" cy="88033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Business</a:t>
            </a:r>
          </a:p>
          <a:p>
            <a:pPr algn="ctr"/>
            <a:r>
              <a:rPr lang="en-US" sz="1200"/>
              <a:t>AI Dev Environment</a:t>
            </a:r>
            <a:endParaRPr lang="en-CA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57EA85-6043-02F3-A87D-B1B0C308AAF3}"/>
              </a:ext>
            </a:extLst>
          </p:cNvPr>
          <p:cNvSpPr/>
          <p:nvPr/>
        </p:nvSpPr>
        <p:spPr>
          <a:xfrm>
            <a:off x="5268663" y="3739693"/>
            <a:ext cx="1565426" cy="88882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Business</a:t>
            </a:r>
          </a:p>
          <a:p>
            <a:pPr algn="ctr"/>
            <a:r>
              <a:rPr lang="en-US" sz="1200"/>
              <a:t>AI UAT Environment</a:t>
            </a:r>
            <a:endParaRPr lang="en-CA" sz="12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D246B7-6090-D6E6-F8EA-8D2E2DCD055F}"/>
              </a:ext>
            </a:extLst>
          </p:cNvPr>
          <p:cNvSpPr/>
          <p:nvPr/>
        </p:nvSpPr>
        <p:spPr>
          <a:xfrm>
            <a:off x="7194555" y="3760271"/>
            <a:ext cx="1685187" cy="86824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Business </a:t>
            </a:r>
          </a:p>
          <a:p>
            <a:pPr algn="ctr"/>
            <a:r>
              <a:rPr lang="en-US" sz="1200"/>
              <a:t>AI PRODUCTION Environment</a:t>
            </a:r>
            <a:endParaRPr lang="en-CA" sz="12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CF75E2-B8D8-D621-4E14-8E64D042F619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4829075" y="4184107"/>
            <a:ext cx="439588" cy="4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EE28E0-5D2C-4347-EBAF-EBBEA7BE90A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834089" y="4184107"/>
            <a:ext cx="360466" cy="10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4" name="Graphic 73" descr="Users with solid fill">
            <a:extLst>
              <a:ext uri="{FF2B5EF4-FFF2-40B4-BE49-F238E27FC236}">
                <a16:creationId xmlns:a16="http://schemas.microsoft.com/office/drawing/2014/main" id="{EC1A7298-C885-F7A5-1468-67A849958E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378" y="905864"/>
            <a:ext cx="734199" cy="734199"/>
          </a:xfrm>
          <a:prstGeom prst="rect">
            <a:avLst/>
          </a:prstGeom>
        </p:spPr>
      </p:pic>
      <p:pic>
        <p:nvPicPr>
          <p:cNvPr id="80" name="Graphic 79" descr="Users outline">
            <a:extLst>
              <a:ext uri="{FF2B5EF4-FFF2-40B4-BE49-F238E27FC236}">
                <a16:creationId xmlns:a16="http://schemas.microsoft.com/office/drawing/2014/main" id="{686C2579-FC4C-46F7-2527-81210F8A1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7258" y="3701820"/>
            <a:ext cx="682752" cy="682752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1B1B944-96C4-CBC7-7F37-7D80184E955C}"/>
              </a:ext>
            </a:extLst>
          </p:cNvPr>
          <p:cNvSpPr txBox="1"/>
          <p:nvPr/>
        </p:nvSpPr>
        <p:spPr>
          <a:xfrm>
            <a:off x="417634" y="1463977"/>
            <a:ext cx="12831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4"/>
                </a:solidFill>
              </a:rPr>
              <a:t>Business Teams</a:t>
            </a:r>
            <a:endParaRPr lang="en-CA" sz="1000" b="1">
              <a:solidFill>
                <a:schemeClr val="accent4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25EE44-05EC-F4D9-C999-E3FFD01E15EF}"/>
              </a:ext>
            </a:extLst>
          </p:cNvPr>
          <p:cNvSpPr txBox="1"/>
          <p:nvPr/>
        </p:nvSpPr>
        <p:spPr>
          <a:xfrm>
            <a:off x="11104701" y="4279033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>
                <a:solidFill>
                  <a:schemeClr val="accent4">
                    <a:lumMod val="75000"/>
                  </a:schemeClr>
                </a:solidFill>
              </a:rPr>
              <a:t>Consumers</a:t>
            </a:r>
            <a:endParaRPr lang="en-CA" sz="1000" b="1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86" name="Picture 2" descr="A rainbow colored logo on a black background&#10;&#10;AI-generated content may be incorrect.">
            <a:extLst>
              <a:ext uri="{FF2B5EF4-FFF2-40B4-BE49-F238E27FC236}">
                <a16:creationId xmlns:a16="http://schemas.microsoft.com/office/drawing/2014/main" id="{CB605467-E545-E6A7-3FBF-ADA5C960D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56604" y="3112808"/>
            <a:ext cx="38961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6" descr="5 Sharepoint Icons - Free in SVG, PNG, ICO - IconScout">
            <a:extLst>
              <a:ext uri="{FF2B5EF4-FFF2-40B4-BE49-F238E27FC236}">
                <a16:creationId xmlns:a16="http://schemas.microsoft.com/office/drawing/2014/main" id="{1AEE6C0F-D305-B7BC-0362-DAEC995091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4743" y="3633406"/>
            <a:ext cx="371475" cy="371475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8A16AB7-9761-50D9-9596-C1EF849B6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5518" y="4224748"/>
            <a:ext cx="408105" cy="37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108BB6B-92BF-816B-A68D-14727005EF7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6341" y="4903080"/>
            <a:ext cx="366842" cy="364571"/>
          </a:xfrm>
          <a:prstGeom prst="rect">
            <a:avLst/>
          </a:prstGeom>
        </p:spPr>
      </p:pic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30A6A79-6687-56D4-9F4C-3AAA3AFCCF89}"/>
              </a:ext>
            </a:extLst>
          </p:cNvPr>
          <p:cNvSpPr/>
          <p:nvPr/>
        </p:nvSpPr>
        <p:spPr bwMode="auto">
          <a:xfrm>
            <a:off x="9936175" y="2948522"/>
            <a:ext cx="1097914" cy="2370429"/>
          </a:xfrm>
          <a:prstGeom prst="roundRect">
            <a:avLst>
              <a:gd name="adj" fmla="val 2696"/>
            </a:avLst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CFF180D8-C1F6-CDBB-0148-4479CD18C282}"/>
              </a:ext>
            </a:extLst>
          </p:cNvPr>
          <p:cNvSpPr/>
          <p:nvPr/>
        </p:nvSpPr>
        <p:spPr>
          <a:xfrm>
            <a:off x="8915336" y="3953606"/>
            <a:ext cx="1020839" cy="4009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0070058-1F9F-2A69-75AC-C84775810B6F}"/>
              </a:ext>
            </a:extLst>
          </p:cNvPr>
          <p:cNvCxnSpPr>
            <a:cxnSpLocks/>
            <a:stCxn id="93" idx="2"/>
            <a:endCxn id="12" idx="2"/>
          </p:cNvCxnSpPr>
          <p:nvPr/>
        </p:nvCxnSpPr>
        <p:spPr>
          <a:xfrm rot="5400000" flipH="1">
            <a:off x="7923038" y="2756858"/>
            <a:ext cx="690431" cy="4433756"/>
          </a:xfrm>
          <a:prstGeom prst="bentConnector3">
            <a:avLst>
              <a:gd name="adj1" fmla="val -33110"/>
            </a:avLst>
          </a:prstGeom>
          <a:ln>
            <a:headEnd type="triangl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DE7BD51E-70D3-FDE4-6B4B-354CA97C815F}"/>
              </a:ext>
            </a:extLst>
          </p:cNvPr>
          <p:cNvSpPr txBox="1"/>
          <p:nvPr/>
        </p:nvSpPr>
        <p:spPr>
          <a:xfrm>
            <a:off x="8495444" y="5255713"/>
            <a:ext cx="19559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UAT Testing Platforms</a:t>
            </a:r>
            <a:endParaRPr lang="en-CA" sz="110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52AF682-3F9A-EA35-1377-F2A6D3D94582}"/>
              </a:ext>
            </a:extLst>
          </p:cNvPr>
          <p:cNvSpPr txBox="1"/>
          <p:nvPr/>
        </p:nvSpPr>
        <p:spPr>
          <a:xfrm>
            <a:off x="2468047" y="2449484"/>
            <a:ext cx="12037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User Membership Mgmt.</a:t>
            </a:r>
            <a:endParaRPr lang="en-CA" sz="1000">
              <a:solidFill>
                <a:schemeClr val="bg1"/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A120AC3-452A-523F-E31E-001107A65775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1297577" y="1272964"/>
            <a:ext cx="1000111" cy="2552691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5CE7D190-B454-465B-E46C-F135ECB607D1}"/>
              </a:ext>
            </a:extLst>
          </p:cNvPr>
          <p:cNvSpPr txBox="1"/>
          <p:nvPr/>
        </p:nvSpPr>
        <p:spPr>
          <a:xfrm>
            <a:off x="1093985" y="1806681"/>
            <a:ext cx="120370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solidFill>
                  <a:schemeClr val="bg1"/>
                </a:solidFill>
                <a:hlinkClick r:id="rId12"/>
              </a:rPr>
              <a:t>Self-Readiness Assessment</a:t>
            </a:r>
            <a:endParaRPr lang="en-CA" sz="1050" b="1">
              <a:solidFill>
                <a:schemeClr val="bg1"/>
              </a:solidFill>
            </a:endParaRP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702991E-5D88-D3F6-427E-80C56A8A92C8}"/>
              </a:ext>
            </a:extLst>
          </p:cNvPr>
          <p:cNvCxnSpPr>
            <a:cxnSpLocks/>
            <a:stCxn id="5144" idx="0"/>
            <a:endCxn id="5149" idx="1"/>
          </p:cNvCxnSpPr>
          <p:nvPr/>
        </p:nvCxnSpPr>
        <p:spPr>
          <a:xfrm rot="5400000" flipH="1" flipV="1">
            <a:off x="7191476" y="1967725"/>
            <a:ext cx="912802" cy="236562"/>
          </a:xfrm>
          <a:prstGeom prst="bentConnector4">
            <a:avLst>
              <a:gd name="adj1" fmla="val 21429"/>
              <a:gd name="adj2" fmla="val 1194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8E9FE50-B818-7167-672A-18614137F39A}"/>
              </a:ext>
            </a:extLst>
          </p:cNvPr>
          <p:cNvSpPr txBox="1"/>
          <p:nvPr/>
        </p:nvSpPr>
        <p:spPr>
          <a:xfrm>
            <a:off x="9032941" y="3576958"/>
            <a:ext cx="9103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bg1"/>
                </a:solidFill>
              </a:rPr>
              <a:t>Prod Platforms</a:t>
            </a:r>
            <a:endParaRPr lang="en-CA" sz="1100">
              <a:solidFill>
                <a:schemeClr val="bg1"/>
              </a:solidFill>
            </a:endParaRPr>
          </a:p>
        </p:txBody>
      </p:sp>
      <p:sp>
        <p:nvSpPr>
          <p:cNvPr id="54" name="Flowchart: Multidocument 53">
            <a:extLst>
              <a:ext uri="{FF2B5EF4-FFF2-40B4-BE49-F238E27FC236}">
                <a16:creationId xmlns:a16="http://schemas.microsoft.com/office/drawing/2014/main" id="{E56AF36A-40D8-FC29-FA80-02D89074CF4B}"/>
              </a:ext>
            </a:extLst>
          </p:cNvPr>
          <p:cNvSpPr/>
          <p:nvPr/>
        </p:nvSpPr>
        <p:spPr>
          <a:xfrm>
            <a:off x="601993" y="1800495"/>
            <a:ext cx="409941" cy="418119"/>
          </a:xfrm>
          <a:prstGeom prst="flowChartMultidocument">
            <a:avLst/>
          </a:prstGeom>
          <a:solidFill>
            <a:schemeClr val="bg2"/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Dodecagon 54">
            <a:extLst>
              <a:ext uri="{FF2B5EF4-FFF2-40B4-BE49-F238E27FC236}">
                <a16:creationId xmlns:a16="http://schemas.microsoft.com/office/drawing/2014/main" id="{38077522-6754-1319-CD2A-CEECBECB2EFB}"/>
              </a:ext>
            </a:extLst>
          </p:cNvPr>
          <p:cNvSpPr/>
          <p:nvPr/>
        </p:nvSpPr>
        <p:spPr>
          <a:xfrm>
            <a:off x="44623" y="1832734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1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2FADCC68-6255-C820-75CC-5A63EF4B3142}"/>
              </a:ext>
            </a:extLst>
          </p:cNvPr>
          <p:cNvSpPr/>
          <p:nvPr/>
        </p:nvSpPr>
        <p:spPr>
          <a:xfrm>
            <a:off x="568627" y="2609849"/>
            <a:ext cx="409941" cy="430887"/>
          </a:xfrm>
          <a:prstGeom prst="diamond">
            <a:avLst/>
          </a:prstGeom>
          <a:solidFill>
            <a:schemeClr val="bg2"/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650F852-A932-0B77-1DFB-CB261364C30B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 flipH="1">
            <a:off x="773598" y="2202780"/>
            <a:ext cx="4859" cy="407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37962EC-52CC-0090-8C48-F46019870BFE}"/>
              </a:ext>
            </a:extLst>
          </p:cNvPr>
          <p:cNvSpPr txBox="1"/>
          <p:nvPr/>
        </p:nvSpPr>
        <p:spPr>
          <a:xfrm>
            <a:off x="997928" y="2676768"/>
            <a:ext cx="13332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Onboarding</a:t>
            </a:r>
          </a:p>
          <a:p>
            <a:r>
              <a:rPr lang="en-US" sz="1000">
                <a:solidFill>
                  <a:schemeClr val="bg1"/>
                </a:solidFill>
              </a:rPr>
              <a:t>Approval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63" name="Dodecagon 62">
            <a:extLst>
              <a:ext uri="{FF2B5EF4-FFF2-40B4-BE49-F238E27FC236}">
                <a16:creationId xmlns:a16="http://schemas.microsoft.com/office/drawing/2014/main" id="{D337FE19-28F3-0829-CBB3-17B9F6FB6F89}"/>
              </a:ext>
            </a:extLst>
          </p:cNvPr>
          <p:cNvSpPr/>
          <p:nvPr/>
        </p:nvSpPr>
        <p:spPr>
          <a:xfrm>
            <a:off x="74605" y="2633084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2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64" name="Flowchart: Multidocument 63">
            <a:extLst>
              <a:ext uri="{FF2B5EF4-FFF2-40B4-BE49-F238E27FC236}">
                <a16:creationId xmlns:a16="http://schemas.microsoft.com/office/drawing/2014/main" id="{15783AD2-ED34-07B7-4D52-CF4FDA9CDB06}"/>
              </a:ext>
            </a:extLst>
          </p:cNvPr>
          <p:cNvSpPr/>
          <p:nvPr/>
        </p:nvSpPr>
        <p:spPr>
          <a:xfrm>
            <a:off x="531132" y="3269508"/>
            <a:ext cx="409941" cy="418119"/>
          </a:xfrm>
          <a:prstGeom prst="flowChartMultidocument">
            <a:avLst/>
          </a:prstGeom>
          <a:solidFill>
            <a:schemeClr val="accent2">
              <a:lumMod val="90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814AFF-39DA-C088-7FEC-B896FA11904B}"/>
              </a:ext>
            </a:extLst>
          </p:cNvPr>
          <p:cNvCxnSpPr>
            <a:stCxn id="56" idx="2"/>
            <a:endCxn id="64" idx="0"/>
          </p:cNvCxnSpPr>
          <p:nvPr/>
        </p:nvCxnSpPr>
        <p:spPr>
          <a:xfrm flipH="1">
            <a:off x="764305" y="3040736"/>
            <a:ext cx="9293" cy="22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3EC8838-C437-8241-7C4F-46A185FF21DD}"/>
              </a:ext>
            </a:extLst>
          </p:cNvPr>
          <p:cNvSpPr txBox="1"/>
          <p:nvPr/>
        </p:nvSpPr>
        <p:spPr>
          <a:xfrm>
            <a:off x="978568" y="3279498"/>
            <a:ext cx="13247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/>
                </a:solidFill>
                <a:hlinkClick r:id="rId13"/>
              </a:rPr>
              <a:t>Client Contract</a:t>
            </a:r>
            <a:endParaRPr lang="en-CA" sz="1100" b="1">
              <a:solidFill>
                <a:schemeClr val="bg1"/>
              </a:solidFill>
            </a:endParaRPr>
          </a:p>
        </p:txBody>
      </p:sp>
      <p:sp>
        <p:nvSpPr>
          <p:cNvPr id="68" name="Dodecagon 67">
            <a:extLst>
              <a:ext uri="{FF2B5EF4-FFF2-40B4-BE49-F238E27FC236}">
                <a16:creationId xmlns:a16="http://schemas.microsoft.com/office/drawing/2014/main" id="{85000FF3-D6CE-F41D-740A-CC9193DBAD77}"/>
              </a:ext>
            </a:extLst>
          </p:cNvPr>
          <p:cNvSpPr/>
          <p:nvPr/>
        </p:nvSpPr>
        <p:spPr>
          <a:xfrm>
            <a:off x="68998" y="3333988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3</a:t>
            </a:r>
            <a:endParaRPr lang="en-CA" sz="1000" b="1">
              <a:solidFill>
                <a:schemeClr val="bg2"/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49026BD-5051-D42F-ED60-5FB5F5085534}"/>
              </a:ext>
            </a:extLst>
          </p:cNvPr>
          <p:cNvGrpSpPr/>
          <p:nvPr/>
        </p:nvGrpSpPr>
        <p:grpSpPr>
          <a:xfrm>
            <a:off x="1856424" y="3854518"/>
            <a:ext cx="681917" cy="881389"/>
            <a:chOff x="1601625" y="4590567"/>
            <a:chExt cx="681917" cy="881389"/>
          </a:xfrm>
        </p:grpSpPr>
        <p:pic>
          <p:nvPicPr>
            <p:cNvPr id="72" name="Graphic 71" descr="Key with solid fill">
              <a:extLst>
                <a:ext uri="{FF2B5EF4-FFF2-40B4-BE49-F238E27FC236}">
                  <a16:creationId xmlns:a16="http://schemas.microsoft.com/office/drawing/2014/main" id="{E9E3B500-A9FB-82AD-48F8-6375D828E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737316" y="5014757"/>
              <a:ext cx="457199" cy="457199"/>
            </a:xfrm>
            <a:prstGeom prst="rect">
              <a:avLst/>
            </a:prstGeom>
          </p:spPr>
        </p:pic>
        <p:pic>
          <p:nvPicPr>
            <p:cNvPr id="75" name="Graphic 74" descr="Users outline">
              <a:extLst>
                <a:ext uri="{FF2B5EF4-FFF2-40B4-BE49-F238E27FC236}">
                  <a16:creationId xmlns:a16="http://schemas.microsoft.com/office/drawing/2014/main" id="{E53DE2B9-3620-8D4F-A1C5-FED8C7F10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601625" y="4590567"/>
              <a:ext cx="681917" cy="681917"/>
            </a:xfrm>
            <a:prstGeom prst="rect">
              <a:avLst/>
            </a:prstGeom>
          </p:spPr>
        </p:pic>
      </p:grp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832624DF-0955-30E1-F68F-D53893968212}"/>
              </a:ext>
            </a:extLst>
          </p:cNvPr>
          <p:cNvCxnSpPr>
            <a:stCxn id="64" idx="2"/>
            <a:endCxn id="75" idx="1"/>
          </p:cNvCxnSpPr>
          <p:nvPr/>
        </p:nvCxnSpPr>
        <p:spPr>
          <a:xfrm rot="16200000" flipH="1">
            <a:off x="1020168" y="3359221"/>
            <a:ext cx="523684" cy="11488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22E1B33-BE36-F178-788D-419F06AE49D9}"/>
              </a:ext>
            </a:extLst>
          </p:cNvPr>
          <p:cNvSpPr txBox="1"/>
          <p:nvPr/>
        </p:nvSpPr>
        <p:spPr>
          <a:xfrm>
            <a:off x="720359" y="4382299"/>
            <a:ext cx="12037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Access Group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89" name="Dodecagon 88">
            <a:extLst>
              <a:ext uri="{FF2B5EF4-FFF2-40B4-BE49-F238E27FC236}">
                <a16:creationId xmlns:a16="http://schemas.microsoft.com/office/drawing/2014/main" id="{CB940E5D-C75D-1FA7-8531-82435BC7AA72}"/>
              </a:ext>
            </a:extLst>
          </p:cNvPr>
          <p:cNvSpPr/>
          <p:nvPr/>
        </p:nvSpPr>
        <p:spPr>
          <a:xfrm>
            <a:off x="1024602" y="3755596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4</a:t>
            </a:r>
            <a:endParaRPr lang="en-CA" sz="1000" b="1">
              <a:solidFill>
                <a:schemeClr val="bg2"/>
              </a:solidFill>
            </a:endParaRP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03A47C39-6CA2-C199-3FF8-06F6E836894F}"/>
              </a:ext>
            </a:extLst>
          </p:cNvPr>
          <p:cNvCxnSpPr>
            <a:stCxn id="4" idx="1"/>
            <a:endCxn id="75" idx="3"/>
          </p:cNvCxnSpPr>
          <p:nvPr/>
        </p:nvCxnSpPr>
        <p:spPr>
          <a:xfrm flipH="1">
            <a:off x="2538341" y="4188352"/>
            <a:ext cx="732931" cy="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77D54A8-8431-3F08-EDD4-4E2927CF8996}"/>
              </a:ext>
            </a:extLst>
          </p:cNvPr>
          <p:cNvSpPr txBox="1"/>
          <p:nvPr/>
        </p:nvSpPr>
        <p:spPr>
          <a:xfrm>
            <a:off x="2551563" y="4378967"/>
            <a:ext cx="12037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Env Roles Assignment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104" name="Dodecagon 103">
            <a:extLst>
              <a:ext uri="{FF2B5EF4-FFF2-40B4-BE49-F238E27FC236}">
                <a16:creationId xmlns:a16="http://schemas.microsoft.com/office/drawing/2014/main" id="{E071A815-B70E-635C-8EBA-E10A9998E1E4}"/>
              </a:ext>
            </a:extLst>
          </p:cNvPr>
          <p:cNvSpPr/>
          <p:nvPr/>
        </p:nvSpPr>
        <p:spPr>
          <a:xfrm>
            <a:off x="2737137" y="3739693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5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105" name="Dodecagon 104">
            <a:extLst>
              <a:ext uri="{FF2B5EF4-FFF2-40B4-BE49-F238E27FC236}">
                <a16:creationId xmlns:a16="http://schemas.microsoft.com/office/drawing/2014/main" id="{B1A9238D-1474-0593-0BDC-BDF2C7A5A05C}"/>
              </a:ext>
            </a:extLst>
          </p:cNvPr>
          <p:cNvSpPr/>
          <p:nvPr/>
        </p:nvSpPr>
        <p:spPr>
          <a:xfrm>
            <a:off x="2468047" y="2009553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6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110" name="Rectangle: Diagonal Corners Snipped 109">
            <a:extLst>
              <a:ext uri="{FF2B5EF4-FFF2-40B4-BE49-F238E27FC236}">
                <a16:creationId xmlns:a16="http://schemas.microsoft.com/office/drawing/2014/main" id="{9F43A603-2B06-6993-19E3-A3CD3D76FF53}"/>
              </a:ext>
            </a:extLst>
          </p:cNvPr>
          <p:cNvSpPr/>
          <p:nvPr/>
        </p:nvSpPr>
        <p:spPr>
          <a:xfrm>
            <a:off x="3628548" y="3133878"/>
            <a:ext cx="718001" cy="372010"/>
          </a:xfrm>
          <a:prstGeom prst="snip2DiagRect">
            <a:avLst>
              <a:gd name="adj1" fmla="val 0"/>
              <a:gd name="adj2" fmla="val 2744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50" b="1"/>
              <a:t>Solution</a:t>
            </a:r>
          </a:p>
          <a:p>
            <a:pPr algn="ctr"/>
            <a:r>
              <a:rPr lang="en-US" sz="1050" b="1"/>
              <a:t>1.2</a:t>
            </a:r>
            <a:endParaRPr lang="en-CA" sz="1050" b="1"/>
          </a:p>
        </p:txBody>
      </p:sp>
      <p:sp>
        <p:nvSpPr>
          <p:cNvPr id="111" name="Rectangle: Diagonal Corners Snipped 110">
            <a:extLst>
              <a:ext uri="{FF2B5EF4-FFF2-40B4-BE49-F238E27FC236}">
                <a16:creationId xmlns:a16="http://schemas.microsoft.com/office/drawing/2014/main" id="{B2C94492-BB6E-0636-CB44-B15061F3140C}"/>
              </a:ext>
            </a:extLst>
          </p:cNvPr>
          <p:cNvSpPr/>
          <p:nvPr/>
        </p:nvSpPr>
        <p:spPr>
          <a:xfrm>
            <a:off x="5587622" y="3127851"/>
            <a:ext cx="718001" cy="412273"/>
          </a:xfrm>
          <a:prstGeom prst="snip2DiagRect">
            <a:avLst>
              <a:gd name="adj1" fmla="val 0"/>
              <a:gd name="adj2" fmla="val 2744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b="1"/>
              <a:t>Solution</a:t>
            </a:r>
          </a:p>
          <a:p>
            <a:pPr algn="ctr"/>
            <a:r>
              <a:rPr lang="en-US" sz="1000" b="1"/>
              <a:t>1.1</a:t>
            </a:r>
            <a:endParaRPr lang="en-CA" sz="1000" b="1"/>
          </a:p>
        </p:txBody>
      </p:sp>
      <p:sp>
        <p:nvSpPr>
          <p:cNvPr id="112" name="Rectangle: Diagonal Corners Snipped 111">
            <a:extLst>
              <a:ext uri="{FF2B5EF4-FFF2-40B4-BE49-F238E27FC236}">
                <a16:creationId xmlns:a16="http://schemas.microsoft.com/office/drawing/2014/main" id="{3ECE39A5-F287-CECA-E3F1-A03D69CF9AD2}"/>
              </a:ext>
            </a:extLst>
          </p:cNvPr>
          <p:cNvSpPr/>
          <p:nvPr/>
        </p:nvSpPr>
        <p:spPr>
          <a:xfrm>
            <a:off x="7529596" y="3166669"/>
            <a:ext cx="715435" cy="353639"/>
          </a:xfrm>
          <a:prstGeom prst="snip2DiagRect">
            <a:avLst>
              <a:gd name="adj1" fmla="val 0"/>
              <a:gd name="adj2" fmla="val 2744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000" b="1"/>
              <a:t>Solution</a:t>
            </a:r>
          </a:p>
          <a:p>
            <a:pPr algn="ctr"/>
            <a:r>
              <a:rPr lang="en-US" sz="1000" b="1"/>
              <a:t>1.0</a:t>
            </a:r>
            <a:endParaRPr lang="en-CA" sz="1000" b="1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7FAF529F-83F7-A1A0-42C8-9165CA299827}"/>
              </a:ext>
            </a:extLst>
          </p:cNvPr>
          <p:cNvCxnSpPr>
            <a:cxnSpLocks/>
            <a:stCxn id="110" idx="0"/>
            <a:endCxn id="111" idx="2"/>
          </p:cNvCxnSpPr>
          <p:nvPr/>
        </p:nvCxnSpPr>
        <p:spPr>
          <a:xfrm>
            <a:off x="4346549" y="3319883"/>
            <a:ext cx="1241073" cy="14105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604CE8C-DEBC-24D6-C62C-135CAEDC3698}"/>
              </a:ext>
            </a:extLst>
          </p:cNvPr>
          <p:cNvCxnSpPr>
            <a:cxnSpLocks/>
            <a:stCxn id="111" idx="0"/>
            <a:endCxn id="112" idx="2"/>
          </p:cNvCxnSpPr>
          <p:nvPr/>
        </p:nvCxnSpPr>
        <p:spPr>
          <a:xfrm>
            <a:off x="6305623" y="3333988"/>
            <a:ext cx="1223973" cy="9501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9" name="Picture 118">
            <a:extLst>
              <a:ext uri="{FF2B5EF4-FFF2-40B4-BE49-F238E27FC236}">
                <a16:creationId xmlns:a16="http://schemas.microsoft.com/office/drawing/2014/main" id="{EDC9AE21-7018-8DF8-FC4C-31114E7690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2863" y="2610152"/>
            <a:ext cx="682752" cy="326702"/>
          </a:xfrm>
          <a:prstGeom prst="rect">
            <a:avLst/>
          </a:prstGeom>
        </p:spPr>
      </p:pic>
      <p:cxnSp>
        <p:nvCxnSpPr>
          <p:cNvPr id="120" name="Straight Arrow Connector 43">
            <a:extLst>
              <a:ext uri="{FF2B5EF4-FFF2-40B4-BE49-F238E27FC236}">
                <a16:creationId xmlns:a16="http://schemas.microsoft.com/office/drawing/2014/main" id="{D83CFCDE-954E-DC0A-FAA6-0335895F40CA}"/>
              </a:ext>
            </a:extLst>
          </p:cNvPr>
          <p:cNvCxnSpPr>
            <a:cxnSpLocks/>
            <a:stCxn id="119" idx="1"/>
            <a:endCxn id="110" idx="3"/>
          </p:cNvCxnSpPr>
          <p:nvPr/>
        </p:nvCxnSpPr>
        <p:spPr>
          <a:xfrm rot="10800000" flipV="1">
            <a:off x="3987549" y="2773502"/>
            <a:ext cx="635314" cy="3603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43">
            <a:extLst>
              <a:ext uri="{FF2B5EF4-FFF2-40B4-BE49-F238E27FC236}">
                <a16:creationId xmlns:a16="http://schemas.microsoft.com/office/drawing/2014/main" id="{D21DCBE7-0115-D337-86F3-1B7F57265FF1}"/>
              </a:ext>
            </a:extLst>
          </p:cNvPr>
          <p:cNvCxnSpPr>
            <a:cxnSpLocks/>
            <a:stCxn id="119" idx="3"/>
            <a:endCxn id="111" idx="3"/>
          </p:cNvCxnSpPr>
          <p:nvPr/>
        </p:nvCxnSpPr>
        <p:spPr>
          <a:xfrm>
            <a:off x="5305615" y="2773503"/>
            <a:ext cx="641008" cy="3543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94DE0E3-AFB3-2919-9B6A-70555CC05A55}"/>
              </a:ext>
            </a:extLst>
          </p:cNvPr>
          <p:cNvSpPr txBox="1"/>
          <p:nvPr/>
        </p:nvSpPr>
        <p:spPr>
          <a:xfrm>
            <a:off x="4548814" y="2284363"/>
            <a:ext cx="1000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chemeClr val="bg1"/>
                </a:solidFill>
                <a:effectLst/>
                <a:latin typeface="Source Serif 4"/>
              </a:rPr>
              <a:t>DEV-UAT </a:t>
            </a:r>
            <a:endParaRPr lang="en-CA" sz="14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E9A901A-98A0-5E2F-A1DF-8BEA1C270602}"/>
              </a:ext>
            </a:extLst>
          </p:cNvPr>
          <p:cNvSpPr txBox="1"/>
          <p:nvPr/>
        </p:nvSpPr>
        <p:spPr>
          <a:xfrm>
            <a:off x="8004821" y="1203012"/>
            <a:ext cx="3029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effectLst/>
                <a:latin typeface="Source Serif 4"/>
                <a:hlinkClick r:id="rId19"/>
              </a:rPr>
              <a:t>Production Compliance Assessment </a:t>
            </a:r>
            <a:endParaRPr lang="en-CA" sz="1400" b="1"/>
          </a:p>
        </p:txBody>
      </p:sp>
      <p:pic>
        <p:nvPicPr>
          <p:cNvPr id="5134" name="Picture 5133">
            <a:extLst>
              <a:ext uri="{FF2B5EF4-FFF2-40B4-BE49-F238E27FC236}">
                <a16:creationId xmlns:a16="http://schemas.microsoft.com/office/drawing/2014/main" id="{1D081DBE-D566-37C6-E08D-9B65A673EF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1718" y="2605931"/>
            <a:ext cx="682752" cy="326702"/>
          </a:xfrm>
          <a:prstGeom prst="rect">
            <a:avLst/>
          </a:prstGeom>
        </p:spPr>
      </p:pic>
      <p:cxnSp>
        <p:nvCxnSpPr>
          <p:cNvPr id="5135" name="Straight Arrow Connector 43">
            <a:extLst>
              <a:ext uri="{FF2B5EF4-FFF2-40B4-BE49-F238E27FC236}">
                <a16:creationId xmlns:a16="http://schemas.microsoft.com/office/drawing/2014/main" id="{F5BDE87B-81BC-E4F3-A770-95F2B2E189FF}"/>
              </a:ext>
            </a:extLst>
          </p:cNvPr>
          <p:cNvCxnSpPr>
            <a:cxnSpLocks/>
            <a:stCxn id="5134" idx="1"/>
            <a:endCxn id="111" idx="3"/>
          </p:cNvCxnSpPr>
          <p:nvPr/>
        </p:nvCxnSpPr>
        <p:spPr>
          <a:xfrm rot="10800000" flipV="1">
            <a:off x="5946624" y="2769281"/>
            <a:ext cx="305095" cy="3585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36" name="Straight Arrow Connector 43">
            <a:extLst>
              <a:ext uri="{FF2B5EF4-FFF2-40B4-BE49-F238E27FC236}">
                <a16:creationId xmlns:a16="http://schemas.microsoft.com/office/drawing/2014/main" id="{873E2D06-435D-8935-40D4-938FCED0FF61}"/>
              </a:ext>
            </a:extLst>
          </p:cNvPr>
          <p:cNvCxnSpPr>
            <a:cxnSpLocks/>
            <a:stCxn id="5134" idx="3"/>
            <a:endCxn id="112" idx="3"/>
          </p:cNvCxnSpPr>
          <p:nvPr/>
        </p:nvCxnSpPr>
        <p:spPr>
          <a:xfrm>
            <a:off x="6934470" y="2769282"/>
            <a:ext cx="952844" cy="397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39" name="TextBox 5138">
            <a:extLst>
              <a:ext uri="{FF2B5EF4-FFF2-40B4-BE49-F238E27FC236}">
                <a16:creationId xmlns:a16="http://schemas.microsoft.com/office/drawing/2014/main" id="{2FF07818-901B-0D30-3736-83C79C7F8066}"/>
              </a:ext>
            </a:extLst>
          </p:cNvPr>
          <p:cNvSpPr txBox="1"/>
          <p:nvPr/>
        </p:nvSpPr>
        <p:spPr>
          <a:xfrm>
            <a:off x="5999982" y="2302072"/>
            <a:ext cx="1000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>
                <a:solidFill>
                  <a:schemeClr val="bg1"/>
                </a:solidFill>
                <a:effectLst/>
                <a:latin typeface="Source Serif 4"/>
              </a:rPr>
              <a:t>UAT-PROD </a:t>
            </a:r>
            <a:endParaRPr lang="en-CA" sz="1400"/>
          </a:p>
        </p:txBody>
      </p:sp>
      <p:sp>
        <p:nvSpPr>
          <p:cNvPr id="5144" name="Diamond 5143">
            <a:extLst>
              <a:ext uri="{FF2B5EF4-FFF2-40B4-BE49-F238E27FC236}">
                <a16:creationId xmlns:a16="http://schemas.microsoft.com/office/drawing/2014/main" id="{71235D4E-3B9D-3F76-DF00-D031DD357D88}"/>
              </a:ext>
            </a:extLst>
          </p:cNvPr>
          <p:cNvSpPr/>
          <p:nvPr/>
        </p:nvSpPr>
        <p:spPr>
          <a:xfrm>
            <a:off x="7324625" y="2542407"/>
            <a:ext cx="409941" cy="430887"/>
          </a:xfrm>
          <a:prstGeom prst="diamond">
            <a:avLst/>
          </a:prstGeom>
          <a:solidFill>
            <a:schemeClr val="bg2"/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48" name="TextBox 5147">
            <a:extLst>
              <a:ext uri="{FF2B5EF4-FFF2-40B4-BE49-F238E27FC236}">
                <a16:creationId xmlns:a16="http://schemas.microsoft.com/office/drawing/2014/main" id="{DE2F0D17-313D-56E0-FCFE-B71E6E1DC65F}"/>
              </a:ext>
            </a:extLst>
          </p:cNvPr>
          <p:cNvSpPr txBox="1"/>
          <p:nvPr/>
        </p:nvSpPr>
        <p:spPr>
          <a:xfrm>
            <a:off x="8022014" y="1478791"/>
            <a:ext cx="20218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SLA Contract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UAT Test Evidence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bg1"/>
                </a:solidFill>
              </a:rPr>
              <a:t>Cyber Pattern Compliance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000">
                <a:solidFill>
                  <a:schemeClr val="bg1"/>
                </a:solidFill>
              </a:rPr>
              <a:t>Data Validation</a:t>
            </a:r>
          </a:p>
        </p:txBody>
      </p:sp>
      <p:sp>
        <p:nvSpPr>
          <p:cNvPr id="5149" name="Right Brace 5148">
            <a:extLst>
              <a:ext uri="{FF2B5EF4-FFF2-40B4-BE49-F238E27FC236}">
                <a16:creationId xmlns:a16="http://schemas.microsoft.com/office/drawing/2014/main" id="{D0A7B9D9-C30B-00EC-9B35-AEAE281302EE}"/>
              </a:ext>
            </a:extLst>
          </p:cNvPr>
          <p:cNvSpPr/>
          <p:nvPr/>
        </p:nvSpPr>
        <p:spPr>
          <a:xfrm flipH="1">
            <a:off x="7766158" y="1108013"/>
            <a:ext cx="121156" cy="1043183"/>
          </a:xfrm>
          <a:prstGeom prst="righ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150" name="Rectangle: Rounded Corners 5149">
            <a:extLst>
              <a:ext uri="{FF2B5EF4-FFF2-40B4-BE49-F238E27FC236}">
                <a16:creationId xmlns:a16="http://schemas.microsoft.com/office/drawing/2014/main" id="{E2243151-0424-81DC-D137-96AA52816BA0}"/>
              </a:ext>
            </a:extLst>
          </p:cNvPr>
          <p:cNvSpPr/>
          <p:nvPr/>
        </p:nvSpPr>
        <p:spPr bwMode="auto">
          <a:xfrm>
            <a:off x="3210363" y="3593161"/>
            <a:ext cx="5845477" cy="2552691"/>
          </a:xfrm>
          <a:prstGeom prst="roundRect">
            <a:avLst>
              <a:gd name="adj" fmla="val 2696"/>
            </a:avLst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151" name="Dodecagon 5150">
            <a:extLst>
              <a:ext uri="{FF2B5EF4-FFF2-40B4-BE49-F238E27FC236}">
                <a16:creationId xmlns:a16="http://schemas.microsoft.com/office/drawing/2014/main" id="{8ADBE111-9DDF-BADE-A7C5-AFE06C92678F}"/>
              </a:ext>
            </a:extLst>
          </p:cNvPr>
          <p:cNvSpPr/>
          <p:nvPr/>
        </p:nvSpPr>
        <p:spPr>
          <a:xfrm>
            <a:off x="4796279" y="1944763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7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152" name="Dodecagon 5151">
            <a:extLst>
              <a:ext uri="{FF2B5EF4-FFF2-40B4-BE49-F238E27FC236}">
                <a16:creationId xmlns:a16="http://schemas.microsoft.com/office/drawing/2014/main" id="{2492A45B-325F-3EAB-B320-FDBE7F9B87C8}"/>
              </a:ext>
            </a:extLst>
          </p:cNvPr>
          <p:cNvSpPr/>
          <p:nvPr/>
        </p:nvSpPr>
        <p:spPr>
          <a:xfrm>
            <a:off x="6483083" y="1924575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8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153" name="Dodecagon 5152">
            <a:extLst>
              <a:ext uri="{FF2B5EF4-FFF2-40B4-BE49-F238E27FC236}">
                <a16:creationId xmlns:a16="http://schemas.microsoft.com/office/drawing/2014/main" id="{BDED9914-7CC5-52F3-7FD4-C1C73912438A}"/>
              </a:ext>
            </a:extLst>
          </p:cNvPr>
          <p:cNvSpPr/>
          <p:nvPr/>
        </p:nvSpPr>
        <p:spPr>
          <a:xfrm>
            <a:off x="9262130" y="4588997"/>
            <a:ext cx="452510" cy="400924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10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154" name="Dodecagon 5153">
            <a:extLst>
              <a:ext uri="{FF2B5EF4-FFF2-40B4-BE49-F238E27FC236}">
                <a16:creationId xmlns:a16="http://schemas.microsoft.com/office/drawing/2014/main" id="{F82240D8-0075-1FE2-EFF8-C8EE03028EAE}"/>
              </a:ext>
            </a:extLst>
          </p:cNvPr>
          <p:cNvSpPr/>
          <p:nvPr/>
        </p:nvSpPr>
        <p:spPr>
          <a:xfrm>
            <a:off x="3432172" y="5717992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9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155" name="TextBox 5154">
            <a:extLst>
              <a:ext uri="{FF2B5EF4-FFF2-40B4-BE49-F238E27FC236}">
                <a16:creationId xmlns:a16="http://schemas.microsoft.com/office/drawing/2014/main" id="{99A207FB-5E20-EE9A-7723-571D0E79C16C}"/>
              </a:ext>
            </a:extLst>
          </p:cNvPr>
          <p:cNvSpPr txBox="1"/>
          <p:nvPr/>
        </p:nvSpPr>
        <p:spPr>
          <a:xfrm>
            <a:off x="3874889" y="5771700"/>
            <a:ext cx="1557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Env Settings and DLP</a:t>
            </a:r>
            <a:endParaRPr lang="en-CA" sz="1000">
              <a:solidFill>
                <a:schemeClr val="bg1"/>
              </a:solidFill>
            </a:endParaRPr>
          </a:p>
        </p:txBody>
      </p:sp>
      <p:sp>
        <p:nvSpPr>
          <p:cNvPr id="5156" name="Dodecagon 5155">
            <a:extLst>
              <a:ext uri="{FF2B5EF4-FFF2-40B4-BE49-F238E27FC236}">
                <a16:creationId xmlns:a16="http://schemas.microsoft.com/office/drawing/2014/main" id="{02C7B084-99D6-ADCF-9539-52CED544946C}"/>
              </a:ext>
            </a:extLst>
          </p:cNvPr>
          <p:cNvSpPr/>
          <p:nvPr/>
        </p:nvSpPr>
        <p:spPr>
          <a:xfrm>
            <a:off x="10191480" y="2331363"/>
            <a:ext cx="392751" cy="353639"/>
          </a:xfrm>
          <a:prstGeom prst="dodecagon">
            <a:avLst/>
          </a:prstGeom>
          <a:solidFill>
            <a:schemeClr val="accent6">
              <a:lumMod val="75000"/>
            </a:schemeClr>
          </a:solidFill>
          <a:ln>
            <a:solidFill>
              <a:srgbClr val="BFBF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000" b="1">
                <a:solidFill>
                  <a:schemeClr val="bg2"/>
                </a:solidFill>
              </a:rPr>
              <a:t>11</a:t>
            </a:r>
            <a:endParaRPr lang="en-CA" sz="1000" b="1">
              <a:solidFill>
                <a:schemeClr val="bg2"/>
              </a:solidFill>
            </a:endParaRPr>
          </a:p>
        </p:txBody>
      </p:sp>
      <p:sp>
        <p:nvSpPr>
          <p:cNvPr id="5157" name="TextBox 5156">
            <a:extLst>
              <a:ext uri="{FF2B5EF4-FFF2-40B4-BE49-F238E27FC236}">
                <a16:creationId xmlns:a16="http://schemas.microsoft.com/office/drawing/2014/main" id="{7C00FB61-0E4F-851C-6E21-8FF1060567C3}"/>
              </a:ext>
            </a:extLst>
          </p:cNvPr>
          <p:cNvSpPr txBox="1"/>
          <p:nvPr/>
        </p:nvSpPr>
        <p:spPr>
          <a:xfrm>
            <a:off x="10634197" y="2385071"/>
            <a:ext cx="15578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PAG Presentation</a:t>
            </a:r>
            <a:endParaRPr lang="en-CA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1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73FB-26A9-0A5E-B1FC-004B874B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26">
            <a:extLst>
              <a:ext uri="{FF2B5EF4-FFF2-40B4-BE49-F238E27FC236}">
                <a16:creationId xmlns:a16="http://schemas.microsoft.com/office/drawing/2014/main" id="{6F0865C2-1EC6-A9FC-DE0A-9C00B19C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889420" y="1235673"/>
            <a:ext cx="4159851" cy="880981"/>
          </a:xfrm>
          <a:prstGeom prst="roundRect">
            <a:avLst>
              <a:gd name="adj" fmla="val 4624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Rectangle: Rounded Corners 26">
            <a:extLst>
              <a:ext uri="{FF2B5EF4-FFF2-40B4-BE49-F238E27FC236}">
                <a16:creationId xmlns:a16="http://schemas.microsoft.com/office/drawing/2014/main" id="{338F5B29-CDB7-D6A2-DAA3-9C5F3064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26866" y="1916395"/>
            <a:ext cx="3863383" cy="985494"/>
          </a:xfrm>
          <a:prstGeom prst="roundRect">
            <a:avLst>
              <a:gd name="adj" fmla="val 4624"/>
            </a:avLst>
          </a:prstGeom>
          <a:solidFill>
            <a:srgbClr val="D3D3F1"/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1F0612-8375-2A4F-F183-ACE4A03FE3E4}"/>
              </a:ext>
            </a:extLst>
          </p:cNvPr>
          <p:cNvSpPr/>
          <p:nvPr/>
        </p:nvSpPr>
        <p:spPr bwMode="auto">
          <a:xfrm>
            <a:off x="4635222" y="1764848"/>
            <a:ext cx="2093609" cy="245655"/>
          </a:xfrm>
          <a:prstGeom prst="roundRect">
            <a:avLst>
              <a:gd name="adj" fmla="val 40573"/>
            </a:avLst>
          </a:prstGeom>
          <a:solidFill>
            <a:schemeClr val="accent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Segoe Sans Display Semibold"/>
                <a:cs typeface="Segoe UI" pitchFamily="34" charset="0"/>
              </a:rPr>
              <a:t>Business-led Self-serve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076AD-3794-0382-E41F-0610D2532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89" y="229686"/>
            <a:ext cx="11018520" cy="483722"/>
          </a:xfrm>
        </p:spPr>
        <p:txBody>
          <a:bodyPr/>
          <a:lstStyle/>
          <a:p>
            <a:pPr algn="ctr"/>
            <a:r>
              <a:rPr lang="en-US" sz="2800" b="1"/>
              <a:t> BoC AI Platform as a Self-Service (AI-</a:t>
            </a:r>
            <a:r>
              <a:rPr lang="en-US" sz="2800" b="1" err="1"/>
              <a:t>PaSS</a:t>
            </a:r>
            <a:r>
              <a:rPr lang="en-US" sz="2800" b="1"/>
              <a:t>) for AI Agents </a:t>
            </a:r>
            <a:endParaRPr lang="en-US" sz="28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57045C-32AD-E695-B4F2-639835E7927B}"/>
              </a:ext>
            </a:extLst>
          </p:cNvPr>
          <p:cNvSpPr/>
          <p:nvPr/>
        </p:nvSpPr>
        <p:spPr bwMode="auto">
          <a:xfrm>
            <a:off x="2218644" y="5923945"/>
            <a:ext cx="8963487" cy="357722"/>
          </a:xfrm>
          <a:prstGeom prst="roundRect">
            <a:avLst>
              <a:gd name="adj" fmla="val 50000"/>
            </a:avLst>
          </a:prstGeom>
          <a:gradFill>
            <a:gsLst>
              <a:gs pos="18000">
                <a:srgbClr val="C00000"/>
              </a:gs>
              <a:gs pos="45000">
                <a:schemeClr val="accent2">
                  <a:lumMod val="50000"/>
                </a:schemeClr>
              </a:gs>
              <a:gs pos="80000">
                <a:schemeClr val="accent4">
                  <a:lumMod val="50000"/>
                </a:schemeClr>
              </a:gs>
            </a:gsLst>
            <a:path path="circle">
              <a:fillToRect l="100000" t="100000"/>
            </a:path>
          </a:gradFill>
          <a:ln w="6350" cap="flat" cmpd="sng" algn="ctr">
            <a:solidFill>
              <a:schemeClr val="tx1">
                <a:alpha val="30000"/>
              </a:schemeClr>
            </a:solidFill>
            <a:prstDash val="solid"/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98C85-8C05-6EC4-A5B0-860CDBCB6D1F}"/>
              </a:ext>
            </a:extLst>
          </p:cNvPr>
          <p:cNvSpPr txBox="1"/>
          <p:nvPr/>
        </p:nvSpPr>
        <p:spPr>
          <a:xfrm>
            <a:off x="9627637" y="5992806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Pro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313FF-DA28-9004-555F-68795896F082}"/>
              </a:ext>
            </a:extLst>
          </p:cNvPr>
          <p:cNvSpPr txBox="1"/>
          <p:nvPr/>
        </p:nvSpPr>
        <p:spPr>
          <a:xfrm>
            <a:off x="7300190" y="5981269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Low code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8CB0A53-5C70-1BFB-9D42-6F4FAD2A39A8}"/>
              </a:ext>
            </a:extLst>
          </p:cNvPr>
          <p:cNvSpPr/>
          <p:nvPr/>
        </p:nvSpPr>
        <p:spPr bwMode="auto">
          <a:xfrm>
            <a:off x="7004509" y="1116293"/>
            <a:ext cx="1856915" cy="225205"/>
          </a:xfrm>
          <a:prstGeom prst="roundRect">
            <a:avLst>
              <a:gd name="adj" fmla="val 43768"/>
            </a:avLst>
          </a:prstGeom>
          <a:solidFill>
            <a:schemeClr val="accent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Segoe Sans Display Semibold"/>
                <a:cs typeface="Segoe UI" pitchFamily="34" charset="0"/>
              </a:rPr>
              <a:t>Managed Services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EF1093B-50BE-5C60-5318-9EA576FE7F13}"/>
              </a:ext>
            </a:extLst>
          </p:cNvPr>
          <p:cNvSpPr/>
          <p:nvPr/>
        </p:nvSpPr>
        <p:spPr bwMode="auto">
          <a:xfrm>
            <a:off x="4628797" y="2336463"/>
            <a:ext cx="3687116" cy="1910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For every Business Unit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DFAB6E3-A2E1-7F33-BDB4-58016E242782}"/>
              </a:ext>
            </a:extLst>
          </p:cNvPr>
          <p:cNvSpPr/>
          <p:nvPr/>
        </p:nvSpPr>
        <p:spPr bwMode="auto">
          <a:xfrm>
            <a:off x="6988181" y="1618532"/>
            <a:ext cx="3962328" cy="1985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For AI developers</a:t>
            </a:r>
          </a:p>
        </p:txBody>
      </p:sp>
      <p:sp>
        <p:nvSpPr>
          <p:cNvPr id="49" name="Rectangle: Rounded Corners 26">
            <a:extLst>
              <a:ext uri="{FF2B5EF4-FFF2-40B4-BE49-F238E27FC236}">
                <a16:creationId xmlns:a16="http://schemas.microsoft.com/office/drawing/2014/main" id="{C82D99BD-28D2-4293-87F5-2224C0C2E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505808" y="4489987"/>
            <a:ext cx="2001893" cy="1350448"/>
          </a:xfrm>
          <a:prstGeom prst="roundRect">
            <a:avLst>
              <a:gd name="adj" fmla="val 4624"/>
            </a:avLst>
          </a:prstGeom>
          <a:solidFill>
            <a:schemeClr val="tx1">
              <a:lumMod val="50000"/>
              <a:lumOff val="50000"/>
              <a:alpha val="42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31" name="Rounded Rectangle 59">
            <a:extLst>
              <a:ext uri="{FF2B5EF4-FFF2-40B4-BE49-F238E27FC236}">
                <a16:creationId xmlns:a16="http://schemas.microsoft.com/office/drawing/2014/main" id="{7EB8C010-CCF5-3586-539F-493A61FC1EEF}"/>
              </a:ext>
            </a:extLst>
          </p:cNvPr>
          <p:cNvSpPr/>
          <p:nvPr/>
        </p:nvSpPr>
        <p:spPr bwMode="auto">
          <a:xfrm>
            <a:off x="4572624" y="4450009"/>
            <a:ext cx="1904554" cy="262851"/>
          </a:xfrm>
          <a:prstGeom prst="roundRect">
            <a:avLst>
              <a:gd name="adj" fmla="val 49750"/>
            </a:avLst>
          </a:prstGeom>
          <a:solidFill>
            <a:srgbClr val="1F2A34"/>
          </a:solidFill>
          <a:ln w="19050">
            <a:solidFill>
              <a:srgbClr val="D7C319"/>
            </a:solidFill>
          </a:ln>
          <a:effectLst>
            <a:outerShdw blurRad="63500" dist="381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95072" rIns="0" bIns="1950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432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Declarative Agents (DA)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FD5E73-7259-EF38-3827-C27B68683021}"/>
              </a:ext>
            </a:extLst>
          </p:cNvPr>
          <p:cNvGrpSpPr/>
          <p:nvPr/>
        </p:nvGrpSpPr>
        <p:grpSpPr>
          <a:xfrm>
            <a:off x="5147859" y="4726933"/>
            <a:ext cx="640471" cy="696055"/>
            <a:chOff x="3592686" y="2734209"/>
            <a:chExt cx="752625" cy="752623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A7B69AC-EC84-8E9F-7B58-50A07828FAD6}"/>
                </a:ext>
              </a:extLst>
            </p:cNvPr>
            <p:cNvSpPr/>
            <p:nvPr/>
          </p:nvSpPr>
          <p:spPr bwMode="auto">
            <a:xfrm>
              <a:off x="3666587" y="2808102"/>
              <a:ext cx="604841" cy="604837"/>
            </a:xfrm>
            <a:prstGeom prst="ellipse">
              <a:avLst/>
            </a:prstGeom>
            <a:solidFill>
              <a:schemeClr val="tx1"/>
            </a:solidFill>
            <a:ln w="15875">
              <a:noFill/>
              <a:headEnd type="none" w="med" len="med"/>
              <a:tailEnd type="none" w="med" len="med"/>
            </a:ln>
            <a:effectLst>
              <a:outerShdw blurRad="2794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6751254-7CD5-8A44-05A8-E156F90FF23C}"/>
                </a:ext>
              </a:extLst>
            </p:cNvPr>
            <p:cNvSpPr/>
            <p:nvPr/>
          </p:nvSpPr>
          <p:spPr bwMode="auto">
            <a:xfrm>
              <a:off x="3592686" y="2734209"/>
              <a:ext cx="752625" cy="752623"/>
            </a:xfrm>
            <a:prstGeom prst="ellipse">
              <a:avLst/>
            </a:prstGeom>
            <a:solidFill>
              <a:schemeClr val="tx1">
                <a:alpha val="12000"/>
              </a:schemeClr>
            </a:solidFill>
            <a:ln w="635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5716512-FE1C-707B-149E-5178536CAE67}"/>
              </a:ext>
            </a:extLst>
          </p:cNvPr>
          <p:cNvSpPr txBox="1"/>
          <p:nvPr/>
        </p:nvSpPr>
        <p:spPr>
          <a:xfrm>
            <a:off x="5158823" y="5982670"/>
            <a:ext cx="102466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No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9C3CC2-70E8-4038-F084-8709E526E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44501" y="4931625"/>
            <a:ext cx="241971" cy="227826"/>
          </a:xfrm>
          <a:prstGeom prst="rect">
            <a:avLst/>
          </a:prstGeom>
          <a:ln w="744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7EDABF9-2383-B505-4C34-F2DBDA0D53E1}"/>
              </a:ext>
            </a:extLst>
          </p:cNvPr>
          <p:cNvSpPr txBox="1"/>
          <p:nvPr/>
        </p:nvSpPr>
        <p:spPr>
          <a:xfrm>
            <a:off x="4333532" y="5397117"/>
            <a:ext cx="231823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Copilot Studio “Lite”</a:t>
            </a:r>
          </a:p>
        </p:txBody>
      </p:sp>
      <p:sp>
        <p:nvSpPr>
          <p:cNvPr id="137" name="Rectangle: Rounded Corners 26">
            <a:extLst>
              <a:ext uri="{FF2B5EF4-FFF2-40B4-BE49-F238E27FC236}">
                <a16:creationId xmlns:a16="http://schemas.microsoft.com/office/drawing/2014/main" id="{4DD2A72C-D1C5-60AC-A90E-90DC755FF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379427" y="4487667"/>
            <a:ext cx="1962983" cy="1350022"/>
          </a:xfrm>
          <a:prstGeom prst="roundRect">
            <a:avLst>
              <a:gd name="adj" fmla="val 4624"/>
            </a:avLst>
          </a:prstGeom>
          <a:solidFill>
            <a:schemeClr val="tx1">
              <a:lumMod val="50000"/>
              <a:lumOff val="50000"/>
              <a:alpha val="42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138" name="Rounded Rectangle 59">
            <a:extLst>
              <a:ext uri="{FF2B5EF4-FFF2-40B4-BE49-F238E27FC236}">
                <a16:creationId xmlns:a16="http://schemas.microsoft.com/office/drawing/2014/main" id="{3BAE5052-58DF-7992-FEA9-86CB8457FA60}"/>
              </a:ext>
            </a:extLst>
          </p:cNvPr>
          <p:cNvSpPr/>
          <p:nvPr/>
        </p:nvSpPr>
        <p:spPr bwMode="auto">
          <a:xfrm>
            <a:off x="2472061" y="4447506"/>
            <a:ext cx="1797327" cy="262851"/>
          </a:xfrm>
          <a:prstGeom prst="roundRect">
            <a:avLst>
              <a:gd name="adj" fmla="val 49750"/>
            </a:avLst>
          </a:prstGeom>
          <a:solidFill>
            <a:srgbClr val="1F2A34"/>
          </a:solidFill>
          <a:ln w="19050">
            <a:solidFill>
              <a:srgbClr val="7D58DC"/>
            </a:solidFill>
          </a:ln>
          <a:effectLst>
            <a:outerShdw blurRad="63500" dist="381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95072" rIns="0" bIns="1950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432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Pre-Built Agents (PBA)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D9502E0-383E-049C-F47B-75F7B6C00906}"/>
              </a:ext>
            </a:extLst>
          </p:cNvPr>
          <p:cNvGrpSpPr/>
          <p:nvPr/>
        </p:nvGrpSpPr>
        <p:grpSpPr>
          <a:xfrm>
            <a:off x="3087925" y="4724148"/>
            <a:ext cx="640471" cy="696055"/>
            <a:chOff x="3592686" y="2734209"/>
            <a:chExt cx="752625" cy="752623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C56F2178-F180-FA37-052F-990DDE46D157}"/>
                </a:ext>
              </a:extLst>
            </p:cNvPr>
            <p:cNvSpPr/>
            <p:nvPr/>
          </p:nvSpPr>
          <p:spPr bwMode="auto">
            <a:xfrm>
              <a:off x="3666587" y="2808102"/>
              <a:ext cx="604841" cy="604837"/>
            </a:xfrm>
            <a:prstGeom prst="ellipse">
              <a:avLst/>
            </a:prstGeom>
            <a:solidFill>
              <a:schemeClr val="tx1"/>
            </a:solidFill>
            <a:ln w="15875">
              <a:noFill/>
              <a:headEnd type="none" w="med" len="med"/>
              <a:tailEnd type="none" w="med" len="med"/>
            </a:ln>
            <a:effectLst>
              <a:outerShdw blurRad="2794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Segoe UI" pitchFamily="34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AA351957-05E6-C287-5519-365F6B0E9893}"/>
                </a:ext>
              </a:extLst>
            </p:cNvPr>
            <p:cNvSpPr/>
            <p:nvPr/>
          </p:nvSpPr>
          <p:spPr bwMode="auto">
            <a:xfrm>
              <a:off x="3592686" y="2734209"/>
              <a:ext cx="752625" cy="752623"/>
            </a:xfrm>
            <a:prstGeom prst="ellipse">
              <a:avLst/>
            </a:prstGeom>
            <a:solidFill>
              <a:schemeClr val="tx1">
                <a:alpha val="12000"/>
              </a:schemeClr>
            </a:solidFill>
            <a:ln w="6350"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755C1C02-75B2-5E7D-299C-4862B60DC0EC}"/>
              </a:ext>
            </a:extLst>
          </p:cNvPr>
          <p:cNvSpPr txBox="1"/>
          <p:nvPr/>
        </p:nvSpPr>
        <p:spPr>
          <a:xfrm>
            <a:off x="2776721" y="5995341"/>
            <a:ext cx="1250294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chemeClr val="bg1"/>
                </a:solidFill>
                <a:latin typeface="Segoe Sans Display Semibold"/>
              </a:rPr>
              <a:t>AI Templates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E6F22A7-3B7E-C000-B080-806D68F386F6}"/>
              </a:ext>
            </a:extLst>
          </p:cNvPr>
          <p:cNvSpPr txBox="1"/>
          <p:nvPr/>
        </p:nvSpPr>
        <p:spPr>
          <a:xfrm>
            <a:off x="2393025" y="5387224"/>
            <a:ext cx="200189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M365 Copilot Service </a:t>
            </a:r>
          </a:p>
        </p:txBody>
      </p:sp>
      <p:pic>
        <p:nvPicPr>
          <p:cNvPr id="2052" name="Picture 4" descr="HR scenario: Automate benefits query management​ (Copilot Scenario Library)  – Microsoft Adoption">
            <a:extLst>
              <a:ext uri="{FF2B5EF4-FFF2-40B4-BE49-F238E27FC236}">
                <a16:creationId xmlns:a16="http://schemas.microsoft.com/office/drawing/2014/main" id="{E7D90125-3FFF-BEC9-41BC-36CC56AEF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518" y="4926278"/>
            <a:ext cx="282430" cy="28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: Rounded Corners 26">
            <a:extLst>
              <a:ext uri="{FF2B5EF4-FFF2-40B4-BE49-F238E27FC236}">
                <a16:creationId xmlns:a16="http://schemas.microsoft.com/office/drawing/2014/main" id="{66481401-2E34-C92C-9458-541AD27DD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99253" y="4564032"/>
            <a:ext cx="4436666" cy="1271870"/>
          </a:xfrm>
          <a:prstGeom prst="roundRect">
            <a:avLst>
              <a:gd name="adj" fmla="val 4624"/>
            </a:avLst>
          </a:prstGeom>
          <a:solidFill>
            <a:schemeClr val="tx1">
              <a:lumMod val="50000"/>
              <a:lumOff val="50000"/>
              <a:alpha val="42000"/>
            </a:schemeClr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972833-707B-ADFE-52E9-FF8EA4540B7E}"/>
              </a:ext>
            </a:extLst>
          </p:cNvPr>
          <p:cNvGrpSpPr/>
          <p:nvPr/>
        </p:nvGrpSpPr>
        <p:grpSpPr>
          <a:xfrm>
            <a:off x="7229568" y="4674248"/>
            <a:ext cx="704516" cy="745172"/>
            <a:chOff x="6031841" y="2260733"/>
            <a:chExt cx="991344" cy="99134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3138F767-1C63-9427-4404-1B137C2D056D}"/>
                </a:ext>
              </a:extLst>
            </p:cNvPr>
            <p:cNvGrpSpPr/>
            <p:nvPr/>
          </p:nvGrpSpPr>
          <p:grpSpPr>
            <a:xfrm>
              <a:off x="6031841" y="2260733"/>
              <a:ext cx="991344" cy="991341"/>
              <a:chOff x="3358695" y="2734209"/>
              <a:chExt cx="752625" cy="752623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1E34E784-F851-56C9-94C9-8755DA894F65}"/>
                  </a:ext>
                </a:extLst>
              </p:cNvPr>
              <p:cNvSpPr/>
              <p:nvPr/>
            </p:nvSpPr>
            <p:spPr bwMode="auto">
              <a:xfrm>
                <a:off x="3358695" y="2734209"/>
                <a:ext cx="752625" cy="752623"/>
              </a:xfrm>
              <a:prstGeom prst="ellipse">
                <a:avLst/>
              </a:prstGeom>
              <a:solidFill>
                <a:schemeClr val="tx1">
                  <a:alpha val="12000"/>
                </a:schemeClr>
              </a:solidFill>
              <a:ln w="6350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F87F3D2D-67BF-01D4-4CBA-28BBE74BD16B}"/>
                  </a:ext>
                </a:extLst>
              </p:cNvPr>
              <p:cNvSpPr/>
              <p:nvPr/>
            </p:nvSpPr>
            <p:spPr bwMode="auto">
              <a:xfrm>
                <a:off x="3432587" y="2808102"/>
                <a:ext cx="604841" cy="604837"/>
              </a:xfrm>
              <a:prstGeom prst="ellipse">
                <a:avLst/>
              </a:prstGeom>
              <a:solidFill>
                <a:schemeClr val="tx1"/>
              </a:solidFill>
              <a:ln w="15875">
                <a:noFill/>
                <a:headEnd type="none" w="med" len="med"/>
                <a:tailEnd type="none" w="med" len="med"/>
              </a:ln>
              <a:effectLst>
                <a:outerShdw blurRad="2794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Segoe UI" pitchFamily="34" charset="0"/>
                </a:endParaRPr>
              </a:p>
            </p:txBody>
          </p:sp>
        </p:grpSp>
        <p:pic>
          <p:nvPicPr>
            <p:cNvPr id="167" name="Graphic 166">
              <a:extLst>
                <a:ext uri="{FF2B5EF4-FFF2-40B4-BE49-F238E27FC236}">
                  <a16:creationId xmlns:a16="http://schemas.microsoft.com/office/drawing/2014/main" id="{C05F4826-AB3A-3695-3F79-E79C5D802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314958" y="2542558"/>
              <a:ext cx="431380" cy="43138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7700DDF-1923-FAAC-C0D8-A54E696D9D41}"/>
              </a:ext>
            </a:extLst>
          </p:cNvPr>
          <p:cNvSpPr txBox="1"/>
          <p:nvPr/>
        </p:nvSpPr>
        <p:spPr>
          <a:xfrm>
            <a:off x="6794219" y="5372244"/>
            <a:ext cx="18092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Copilot Studio “Full”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1694293-D7EA-927A-E833-FC18FB7385CF}"/>
              </a:ext>
            </a:extLst>
          </p:cNvPr>
          <p:cNvSpPr txBox="1"/>
          <p:nvPr/>
        </p:nvSpPr>
        <p:spPr>
          <a:xfrm>
            <a:off x="546842" y="3031366"/>
            <a:ext cx="12196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Service Model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A47B746D-D515-FB92-652C-305D24B76A06}"/>
              </a:ext>
            </a:extLst>
          </p:cNvPr>
          <p:cNvSpPr txBox="1"/>
          <p:nvPr/>
        </p:nvSpPr>
        <p:spPr>
          <a:xfrm>
            <a:off x="356210" y="4563969"/>
            <a:ext cx="1287931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Agent Type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0A124D2-3FFF-9A67-D36F-6DAD6B9C42A1}"/>
              </a:ext>
            </a:extLst>
          </p:cNvPr>
          <p:cNvSpPr txBox="1"/>
          <p:nvPr/>
        </p:nvSpPr>
        <p:spPr>
          <a:xfrm>
            <a:off x="285750" y="5194216"/>
            <a:ext cx="1903557" cy="3847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Platforms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chemeClr val="bg1"/>
                </a:solidFill>
                <a:latin typeface="Segoe Sans Display Semibold"/>
              </a:rPr>
              <a:t>(examples of some platforms)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60" name="Rectangle: Rounded Corners 26">
            <a:extLst>
              <a:ext uri="{FF2B5EF4-FFF2-40B4-BE49-F238E27FC236}">
                <a16:creationId xmlns:a16="http://schemas.microsoft.com/office/drawing/2014/main" id="{98E548D8-E735-7210-F039-00B6A5A4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393025" y="2918247"/>
            <a:ext cx="3332431" cy="702110"/>
          </a:xfrm>
          <a:prstGeom prst="roundRect">
            <a:avLst>
              <a:gd name="adj" fmla="val 4624"/>
            </a:avLst>
          </a:prstGeom>
          <a:solidFill>
            <a:srgbClr val="A0A985"/>
          </a:solidFill>
          <a:ln w="6350">
            <a:solidFill>
              <a:schemeClr val="tx1">
                <a:alpha val="30000"/>
              </a:schemeClr>
            </a:solidFill>
            <a:headEnd type="none" w="med" len="med"/>
            <a:tailEnd type="none" w="med" len="med"/>
          </a:ln>
          <a:effectLst>
            <a:outerShdw blurRad="127000" dist="635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C48A47-1AE9-F337-E3BC-5EEDC3AF4FB1}"/>
              </a:ext>
            </a:extLst>
          </p:cNvPr>
          <p:cNvSpPr/>
          <p:nvPr/>
        </p:nvSpPr>
        <p:spPr bwMode="auto">
          <a:xfrm>
            <a:off x="2416849" y="2793036"/>
            <a:ext cx="1987038" cy="24772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chemeClr val="accent2">
                    <a:lumMod val="50000"/>
                  </a:schemeClr>
                </a:solidFill>
                <a:latin typeface="Segoe Sans Display Semibold"/>
                <a:ea typeface="Segoe UI" pitchFamily="34" charset="0"/>
                <a:cs typeface="Segoe UI" pitchFamily="34" charset="0"/>
              </a:rPr>
              <a:t>Personal Productivity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D2956F3-BD86-EE7B-C398-BCFCEDFD0429}"/>
              </a:ext>
            </a:extLst>
          </p:cNvPr>
          <p:cNvSpPr/>
          <p:nvPr/>
        </p:nvSpPr>
        <p:spPr bwMode="auto">
          <a:xfrm>
            <a:off x="2451016" y="3312455"/>
            <a:ext cx="3146821" cy="19083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63500" algn="tl" rotWithShape="0">
              <a:schemeClr val="tx1"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72000" rIns="36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egoe Sans Display Semibold"/>
                <a:ea typeface="Segoe UI" pitchFamily="34" charset="0"/>
                <a:cs typeface="Segoe UI" pitchFamily="34" charset="0"/>
              </a:rPr>
              <a:t>For </a:t>
            </a:r>
            <a:r>
              <a:rPr lang="en-US" sz="1400">
                <a:solidFill>
                  <a:schemeClr val="accent1"/>
                </a:solidFill>
                <a:latin typeface="Segoe Sans Display Semibold"/>
                <a:ea typeface="Segoe UI" pitchFamily="34" charset="0"/>
                <a:cs typeface="Segoe UI" pitchFamily="34" charset="0"/>
              </a:rPr>
              <a:t>every employee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1BFDC0-7C29-A0B8-6548-47D35EEC34B1}"/>
              </a:ext>
            </a:extLst>
          </p:cNvPr>
          <p:cNvSpPr/>
          <p:nvPr/>
        </p:nvSpPr>
        <p:spPr bwMode="auto">
          <a:xfrm>
            <a:off x="9855845" y="4642223"/>
            <a:ext cx="640469" cy="696055"/>
          </a:xfrm>
          <a:prstGeom prst="ellipse">
            <a:avLst/>
          </a:prstGeom>
          <a:solidFill>
            <a:schemeClr val="tx1">
              <a:alpha val="12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BCAE545-F81B-EB83-2403-4166A3FBBD0C}"/>
              </a:ext>
            </a:extLst>
          </p:cNvPr>
          <p:cNvSpPr/>
          <p:nvPr/>
        </p:nvSpPr>
        <p:spPr bwMode="auto">
          <a:xfrm>
            <a:off x="9932362" y="4776570"/>
            <a:ext cx="514708" cy="559376"/>
          </a:xfrm>
          <a:prstGeom prst="ellipse">
            <a:avLst/>
          </a:prstGeom>
          <a:solidFill>
            <a:schemeClr val="tx1"/>
          </a:solidFill>
          <a:ln w="15875">
            <a:noFill/>
            <a:headEnd type="none" w="med" len="med"/>
            <a:tailEnd type="none" w="med" len="med"/>
          </a:ln>
          <a:effectLst>
            <a:outerShdw blurRad="279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Segoe UI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DB9652-368B-88E0-42BF-7493693495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77478" y="4880948"/>
            <a:ext cx="284486" cy="284486"/>
          </a:xfrm>
          <a:prstGeom prst="rect">
            <a:avLst/>
          </a:prstGeom>
          <a:ln w="7441" cap="flat">
            <a:noFill/>
            <a:prstDash val="solid"/>
            <a:miter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9E0C95E-38D6-688D-DD5F-CD737B7F65A4}"/>
              </a:ext>
            </a:extLst>
          </p:cNvPr>
          <p:cNvSpPr txBox="1"/>
          <p:nvPr/>
        </p:nvSpPr>
        <p:spPr>
          <a:xfrm>
            <a:off x="9079816" y="5360442"/>
            <a:ext cx="1963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Copilot Studio “Full”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 pitchFamily="2" charset="0"/>
                <a:ea typeface="+mn-ea"/>
                <a:cs typeface="Segoe Sans Text" pitchFamily="2" charset="0"/>
              </a:rPr>
              <a:t> Azure AI Foundry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E098FA-2167-EF0F-1FEF-7B4433597337}"/>
              </a:ext>
            </a:extLst>
          </p:cNvPr>
          <p:cNvSpPr/>
          <p:nvPr/>
        </p:nvSpPr>
        <p:spPr bwMode="auto">
          <a:xfrm>
            <a:off x="9271781" y="4650592"/>
            <a:ext cx="640469" cy="696055"/>
          </a:xfrm>
          <a:prstGeom prst="ellipse">
            <a:avLst/>
          </a:prstGeom>
          <a:solidFill>
            <a:schemeClr val="tx1">
              <a:alpha val="12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EFDF65-432F-33CC-B787-C4A9CFD38296}"/>
              </a:ext>
            </a:extLst>
          </p:cNvPr>
          <p:cNvSpPr/>
          <p:nvPr/>
        </p:nvSpPr>
        <p:spPr bwMode="auto">
          <a:xfrm>
            <a:off x="9348296" y="4784939"/>
            <a:ext cx="514708" cy="559376"/>
          </a:xfrm>
          <a:prstGeom prst="ellipse">
            <a:avLst/>
          </a:prstGeom>
          <a:solidFill>
            <a:schemeClr val="tx1"/>
          </a:solidFill>
          <a:ln w="15875">
            <a:noFill/>
            <a:headEnd type="none" w="med" len="med"/>
            <a:tailEnd type="none" w="med" len="med"/>
          </a:ln>
          <a:effectLst>
            <a:outerShdw blurRad="2794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Segoe UI" pitchFamily="34" charset="0"/>
            </a:endParaRPr>
          </a:p>
        </p:txBody>
      </p:sp>
      <p:pic>
        <p:nvPicPr>
          <p:cNvPr id="58" name="Graphic 166">
            <a:extLst>
              <a:ext uri="{FF2B5EF4-FFF2-40B4-BE49-F238E27FC236}">
                <a16:creationId xmlns:a16="http://schemas.microsoft.com/office/drawing/2014/main" id="{28426A3F-EEE7-DEEF-9075-B272C7136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84062" y="4932677"/>
            <a:ext cx="238279" cy="2382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25410B-C210-B36B-F569-4F9AEBBFFBCB}"/>
              </a:ext>
            </a:extLst>
          </p:cNvPr>
          <p:cNvSpPr txBox="1"/>
          <p:nvPr/>
        </p:nvSpPr>
        <p:spPr>
          <a:xfrm>
            <a:off x="326913" y="5980838"/>
            <a:ext cx="175365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Coding Complexity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4E7B45-864A-7BAC-E8C5-B75AD1C2A023}"/>
              </a:ext>
            </a:extLst>
          </p:cNvPr>
          <p:cNvSpPr txBox="1"/>
          <p:nvPr/>
        </p:nvSpPr>
        <p:spPr>
          <a:xfrm>
            <a:off x="2474083" y="3080740"/>
            <a:ext cx="2143462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4F71"/>
                </a:solidFill>
                <a:latin typeface="Segoe Sans Display Semibold"/>
              </a:rPr>
              <a:t>Personal AI solutions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D900F7-AF52-353C-5237-A2600DAA2549}"/>
              </a:ext>
            </a:extLst>
          </p:cNvPr>
          <p:cNvSpPr txBox="1"/>
          <p:nvPr/>
        </p:nvSpPr>
        <p:spPr>
          <a:xfrm>
            <a:off x="4665351" y="2098322"/>
            <a:ext cx="295569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4F71"/>
                </a:solidFill>
                <a:latin typeface="Segoe Sans Display Semibold"/>
              </a:rPr>
              <a:t>Teams &amp; Departments AI Solutions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7BFF88-9AF1-7FB0-548E-BB03FCFB3184}"/>
              </a:ext>
            </a:extLst>
          </p:cNvPr>
          <p:cNvSpPr txBox="1"/>
          <p:nvPr/>
        </p:nvSpPr>
        <p:spPr>
          <a:xfrm>
            <a:off x="7030731" y="1353474"/>
            <a:ext cx="262085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4F71"/>
                </a:solidFill>
                <a:latin typeface="Segoe Sans Display Semibold"/>
              </a:rPr>
              <a:t>Enterprise sensitive AI Solutions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CC7BE-B610-2679-D71F-FB8B98DF02CC}"/>
              </a:ext>
            </a:extLst>
          </p:cNvPr>
          <p:cNvSpPr txBox="1"/>
          <p:nvPr/>
        </p:nvSpPr>
        <p:spPr>
          <a:xfrm>
            <a:off x="4587700" y="2683737"/>
            <a:ext cx="1673749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4F71"/>
                </a:solidFill>
                <a:latin typeface="Segoe Sans Display Semibold"/>
              </a:rPr>
              <a:t>Simple Business projects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A1C1B-7397-66FD-8E6F-5CACA11FA104}"/>
              </a:ext>
            </a:extLst>
          </p:cNvPr>
          <p:cNvSpPr txBox="1"/>
          <p:nvPr/>
        </p:nvSpPr>
        <p:spPr>
          <a:xfrm>
            <a:off x="6600400" y="2683387"/>
            <a:ext cx="1789849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4F71"/>
                </a:solidFill>
                <a:latin typeface="Segoe Sans Display Semibold"/>
              </a:rPr>
              <a:t>Advanced Business projects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8B36E1-4FC8-DF66-ED1D-4B39B67730E4}"/>
              </a:ext>
            </a:extLst>
          </p:cNvPr>
          <p:cNvSpPr txBox="1"/>
          <p:nvPr/>
        </p:nvSpPr>
        <p:spPr>
          <a:xfrm>
            <a:off x="8742652" y="1870306"/>
            <a:ext cx="232374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>
                <a:solidFill>
                  <a:srgbClr val="004F71"/>
                </a:solidFill>
                <a:latin typeface="Segoe Sans Display Semibold"/>
              </a:rPr>
              <a:t>Advanced Enterprise level  projects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04F71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EF5888E-FE52-B9BF-7B2C-D6AB0C6E545B}"/>
              </a:ext>
            </a:extLst>
          </p:cNvPr>
          <p:cNvSpPr/>
          <p:nvPr/>
        </p:nvSpPr>
        <p:spPr>
          <a:xfrm>
            <a:off x="4017777" y="3649133"/>
            <a:ext cx="488031" cy="191596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4780D32-601C-64FA-11CA-D2F8D7F71786}"/>
              </a:ext>
            </a:extLst>
          </p:cNvPr>
          <p:cNvGrpSpPr/>
          <p:nvPr/>
        </p:nvGrpSpPr>
        <p:grpSpPr>
          <a:xfrm>
            <a:off x="6647882" y="3848001"/>
            <a:ext cx="2225657" cy="473529"/>
            <a:chOff x="-433950" y="3265362"/>
            <a:chExt cx="6080220" cy="844211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DD1E6AC9-BF94-9980-86C3-55B387385ACA}"/>
                </a:ext>
              </a:extLst>
            </p:cNvPr>
            <p:cNvSpPr/>
            <p:nvPr/>
          </p:nvSpPr>
          <p:spPr bwMode="auto">
            <a:xfrm>
              <a:off x="-433950" y="3265362"/>
              <a:ext cx="5866590" cy="825969"/>
            </a:xfrm>
            <a:prstGeom prst="roundRect">
              <a:avLst>
                <a:gd name="adj" fmla="val 2696"/>
              </a:avLst>
            </a:prstGeom>
            <a:solidFill>
              <a:srgbClr val="D3D3F1"/>
            </a:solidFill>
            <a:ln>
              <a:solidFill>
                <a:srgbClr val="722B8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66038E-CF48-2915-FFC8-0413B646093C}"/>
                </a:ext>
              </a:extLst>
            </p:cNvPr>
            <p:cNvSpPr txBox="1"/>
            <p:nvPr/>
          </p:nvSpPr>
          <p:spPr>
            <a:xfrm>
              <a:off x="-390942" y="3286513"/>
              <a:ext cx="6037212" cy="82306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srgbClr val="595CCD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  <a:t>Technology Zone: </a:t>
              </a:r>
              <a:b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srgbClr val="595CCD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</a:br>
              <a:r>
                <a:rPr lang="en-US" sz="1200">
                  <a:solidFill>
                    <a:srgbClr val="595CCD"/>
                  </a:solidFill>
                  <a:latin typeface="Segoe UI Semibold"/>
                  <a:cs typeface="Segoe UI Semibold"/>
                </a:rPr>
                <a:t>Business Agents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AC0B1F-2887-3FE6-776F-DD597D89D7B2}"/>
              </a:ext>
            </a:extLst>
          </p:cNvPr>
          <p:cNvGrpSpPr/>
          <p:nvPr/>
        </p:nvGrpSpPr>
        <p:grpSpPr>
          <a:xfrm>
            <a:off x="8977002" y="3859864"/>
            <a:ext cx="2206190" cy="461665"/>
            <a:chOff x="1023603" y="2306072"/>
            <a:chExt cx="2993110" cy="834712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025ABB51-E07B-7255-2869-99282B892A91}"/>
                </a:ext>
              </a:extLst>
            </p:cNvPr>
            <p:cNvSpPr/>
            <p:nvPr/>
          </p:nvSpPr>
          <p:spPr bwMode="auto">
            <a:xfrm>
              <a:off x="1023603" y="2312357"/>
              <a:ext cx="2991671" cy="825858"/>
            </a:xfrm>
            <a:prstGeom prst="roundRect">
              <a:avLst>
                <a:gd name="adj" fmla="val 4190"/>
              </a:avLst>
            </a:prstGeom>
            <a:solidFill>
              <a:srgbClr val="F5D7EA"/>
            </a:solidFill>
            <a:ln>
              <a:solidFill>
                <a:srgbClr val="FF0000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1600" err="1">
                <a:solidFill>
                  <a:srgbClr val="FFFFFF"/>
                </a:solidFill>
                <a:latin typeface="Segoe UI"/>
                <a:cs typeface="Segoe UI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63DB92B-CF09-193C-2BC4-267A32572B9B}"/>
                </a:ext>
              </a:extLst>
            </p:cNvPr>
            <p:cNvSpPr txBox="1"/>
            <p:nvPr/>
          </p:nvSpPr>
          <p:spPr>
            <a:xfrm>
              <a:off x="1163089" y="2306072"/>
              <a:ext cx="2853624" cy="8347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spcAft>
                  <a:spcPts val="600"/>
                </a:spcAft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  <a:t>Technology Zone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  <a:t>: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</a:br>
              <a:r>
                <a:rPr lang="en-US" sz="1200">
                  <a:solidFill>
                    <a:srgbClr val="FF0000"/>
                  </a:solidFill>
                  <a:latin typeface="Segoe UI Semibold"/>
                </a:rPr>
                <a:t>Crucial Enterprise Agents</a:t>
              </a:r>
              <a:endParaRPr lang="en-US" sz="500">
                <a:solidFill>
                  <a:srgbClr val="FF0000"/>
                </a:solidFill>
                <a:latin typeface="Segoe UI Semibold"/>
              </a:endParaRPr>
            </a:p>
          </p:txBody>
        </p:sp>
      </p:grpSp>
      <p:sp>
        <p:nvSpPr>
          <p:cNvPr id="129" name="Arrow: Down 128">
            <a:extLst>
              <a:ext uri="{FF2B5EF4-FFF2-40B4-BE49-F238E27FC236}">
                <a16:creationId xmlns:a16="http://schemas.microsoft.com/office/drawing/2014/main" id="{A8F47F8A-E082-CA31-17AB-9AADC0F7A40A}"/>
              </a:ext>
            </a:extLst>
          </p:cNvPr>
          <p:cNvSpPr/>
          <p:nvPr/>
        </p:nvSpPr>
        <p:spPr>
          <a:xfrm>
            <a:off x="7430770" y="2940707"/>
            <a:ext cx="449323" cy="82495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3D3F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0" name="Arrow: Down 129">
            <a:extLst>
              <a:ext uri="{FF2B5EF4-FFF2-40B4-BE49-F238E27FC236}">
                <a16:creationId xmlns:a16="http://schemas.microsoft.com/office/drawing/2014/main" id="{26189F30-F220-425B-1C73-72778BCE391F}"/>
              </a:ext>
            </a:extLst>
          </p:cNvPr>
          <p:cNvSpPr/>
          <p:nvPr/>
        </p:nvSpPr>
        <p:spPr>
          <a:xfrm>
            <a:off x="9748978" y="2211619"/>
            <a:ext cx="470743" cy="1577890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72AED0-4D0F-CF9E-DFE0-4083C7D80314}"/>
              </a:ext>
            </a:extLst>
          </p:cNvPr>
          <p:cNvGrpSpPr/>
          <p:nvPr/>
        </p:nvGrpSpPr>
        <p:grpSpPr>
          <a:xfrm>
            <a:off x="2345644" y="3870056"/>
            <a:ext cx="4225739" cy="461665"/>
            <a:chOff x="8502329" y="5828891"/>
            <a:chExt cx="4225739" cy="46166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A24D332-5830-52FF-B5F1-ED8289E6CB13}"/>
                </a:ext>
              </a:extLst>
            </p:cNvPr>
            <p:cNvSpPr/>
            <p:nvPr/>
          </p:nvSpPr>
          <p:spPr bwMode="auto">
            <a:xfrm>
              <a:off x="8502329" y="5846045"/>
              <a:ext cx="4225739" cy="406976"/>
            </a:xfrm>
            <a:prstGeom prst="roundRect">
              <a:avLst>
                <a:gd name="adj" fmla="val 4174"/>
              </a:avLst>
            </a:prstGeom>
            <a:solidFill>
              <a:srgbClr val="A0A985"/>
            </a:solidFill>
            <a:ln w="19050"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4F71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0870F6-1E66-1B6C-8F3F-4EF309B3B98C}"/>
                </a:ext>
              </a:extLst>
            </p:cNvPr>
            <p:cNvSpPr txBox="1"/>
            <p:nvPr/>
          </p:nvSpPr>
          <p:spPr>
            <a:xfrm>
              <a:off x="8766321" y="5828891"/>
              <a:ext cx="378937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>
                  <a:ln>
                    <a:noFill/>
                  </a:ln>
                  <a:solidFill>
                    <a:srgbClr val="004F71"/>
                  </a:solidFill>
                  <a:effectLst/>
                  <a:uLnTx/>
                  <a:uFillTx/>
                  <a:latin typeface="Segoe UI Semibold"/>
                  <a:ea typeface="+mn-ea"/>
                  <a:cs typeface="Segoe UI Semibold"/>
                </a:rPr>
                <a:t>Technology Zone</a:t>
              </a:r>
              <a:r>
                <a:rPr lang="en-US" sz="1200" u="sng">
                  <a:solidFill>
                    <a:srgbClr val="004F71"/>
                  </a:solidFill>
                  <a:latin typeface="Segoe UI Semibold"/>
                  <a:cs typeface="Segoe UI Semibold"/>
                </a:rPr>
                <a:t>: </a:t>
              </a:r>
              <a:br>
                <a:rPr lang="en-US" sz="1200" u="sng">
                  <a:solidFill>
                    <a:srgbClr val="004F71"/>
                  </a:solidFill>
                  <a:latin typeface="Segoe UI Semibold"/>
                  <a:cs typeface="Segoe UI Semibold"/>
                </a:rPr>
              </a:br>
              <a:r>
                <a:rPr lang="en-US" sz="1200">
                  <a:solidFill>
                    <a:srgbClr val="004F71"/>
                  </a:solidFill>
                  <a:latin typeface="Segoe UI Semibold"/>
                  <a:cs typeface="Segoe UI Semibold"/>
                </a:rPr>
                <a:t>Personal &amp; Limited scope Agents</a:t>
              </a:r>
            </a:p>
          </p:txBody>
        </p:sp>
      </p:grp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8517C367-AE8B-5A57-D8F1-C4ABC67EF8FA}"/>
              </a:ext>
            </a:extLst>
          </p:cNvPr>
          <p:cNvSpPr/>
          <p:nvPr/>
        </p:nvSpPr>
        <p:spPr>
          <a:xfrm>
            <a:off x="5961413" y="2968711"/>
            <a:ext cx="222074" cy="846458"/>
          </a:xfrm>
          <a:prstGeom prst="downArrow">
            <a:avLst/>
          </a:prstGeom>
          <a:solidFill>
            <a:srgbClr val="D3D3F1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3" name="Arrow: Down 132">
            <a:extLst>
              <a:ext uri="{FF2B5EF4-FFF2-40B4-BE49-F238E27FC236}">
                <a16:creationId xmlns:a16="http://schemas.microsoft.com/office/drawing/2014/main" id="{D78F3862-3BE9-A05F-F887-836B1F0C38CD}"/>
              </a:ext>
            </a:extLst>
          </p:cNvPr>
          <p:cNvSpPr/>
          <p:nvPr/>
        </p:nvSpPr>
        <p:spPr>
          <a:xfrm>
            <a:off x="8524551" y="2211747"/>
            <a:ext cx="218102" cy="1556101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33A6B9F-CD53-C847-3C06-9B240AFB73EA}"/>
              </a:ext>
            </a:extLst>
          </p:cNvPr>
          <p:cNvSpPr txBox="1"/>
          <p:nvPr/>
        </p:nvSpPr>
        <p:spPr>
          <a:xfrm>
            <a:off x="393306" y="3933722"/>
            <a:ext cx="139459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Technology Zone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4210686-F77D-6D60-B303-E79BCE1DEBE7}"/>
              </a:ext>
            </a:extLst>
          </p:cNvPr>
          <p:cNvSpPr/>
          <p:nvPr/>
        </p:nvSpPr>
        <p:spPr>
          <a:xfrm>
            <a:off x="2334423" y="4301667"/>
            <a:ext cx="4225739" cy="1551396"/>
          </a:xfrm>
          <a:prstGeom prst="rect">
            <a:avLst/>
          </a:prstGeom>
          <a:noFill/>
          <a:ln w="19050">
            <a:solidFill>
              <a:srgbClr val="6FC34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E8A4143-D05F-D580-8422-6A1E0AC980B0}"/>
              </a:ext>
            </a:extLst>
          </p:cNvPr>
          <p:cNvSpPr/>
          <p:nvPr/>
        </p:nvSpPr>
        <p:spPr>
          <a:xfrm>
            <a:off x="6669868" y="4311230"/>
            <a:ext cx="2125472" cy="1551396"/>
          </a:xfrm>
          <a:prstGeom prst="rect">
            <a:avLst/>
          </a:prstGeom>
          <a:noFill/>
          <a:ln w="19050">
            <a:solidFill>
              <a:srgbClr val="D3D3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3780665-89B3-7C6C-9963-FA0EFDECBCE1}"/>
              </a:ext>
            </a:extLst>
          </p:cNvPr>
          <p:cNvSpPr/>
          <p:nvPr/>
        </p:nvSpPr>
        <p:spPr>
          <a:xfrm>
            <a:off x="9010447" y="4311230"/>
            <a:ext cx="2125472" cy="1551396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Rounded Rectangle 59">
            <a:extLst>
              <a:ext uri="{FF2B5EF4-FFF2-40B4-BE49-F238E27FC236}">
                <a16:creationId xmlns:a16="http://schemas.microsoft.com/office/drawing/2014/main" id="{FACA463A-61B6-5A96-F880-D284773B7AEB}"/>
              </a:ext>
            </a:extLst>
          </p:cNvPr>
          <p:cNvSpPr/>
          <p:nvPr/>
        </p:nvSpPr>
        <p:spPr bwMode="auto">
          <a:xfrm>
            <a:off x="6874701" y="4416495"/>
            <a:ext cx="3931208" cy="255196"/>
          </a:xfrm>
          <a:prstGeom prst="roundRect">
            <a:avLst>
              <a:gd name="adj" fmla="val 50000"/>
            </a:avLst>
          </a:prstGeom>
          <a:solidFill>
            <a:srgbClr val="1F2A34"/>
          </a:solidFill>
          <a:ln w="28575">
            <a:solidFill>
              <a:srgbClr val="E02F9E"/>
            </a:solidFill>
          </a:ln>
          <a:effectLst>
            <a:outerShdw blurRad="63500" dist="381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43840" tIns="195072" rIns="243840" bIns="1950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432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        Custom AI Engine Agents (CEA) </a:t>
            </a:r>
          </a:p>
        </p:txBody>
      </p:sp>
    </p:spTree>
    <p:extLst>
      <p:ext uri="{BB962C8B-B14F-4D97-AF65-F5344CB8AC3E}">
        <p14:creationId xmlns:p14="http://schemas.microsoft.com/office/powerpoint/2010/main" val="47518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1" grpId="0" animBg="1"/>
      <p:bldP spid="19" grpId="0" animBg="1"/>
      <p:bldP spid="24" grpId="0" animBg="1"/>
      <p:bldP spid="52" grpId="0" animBg="1"/>
      <p:bldP spid="54" grpId="0" animBg="1"/>
      <p:bldP spid="42" grpId="0" animBg="1"/>
      <p:bldP spid="43" grpId="0" animBg="1"/>
      <p:bldP spid="55" grpId="0"/>
      <p:bldP spid="56" grpId="0" animBg="1"/>
      <p:bldP spid="57" grpId="0" animBg="1"/>
      <p:bldP spid="3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BoC Brand">
      <a:dk1>
        <a:sysClr val="windowText" lastClr="000000"/>
      </a:dk1>
      <a:lt1>
        <a:sysClr val="window" lastClr="FFFFFF"/>
      </a:lt1>
      <a:dk2>
        <a:srgbClr val="383859"/>
      </a:dk2>
      <a:lt2>
        <a:srgbClr val="F5F5F5"/>
      </a:lt2>
      <a:accent1>
        <a:srgbClr val="004F71"/>
      </a:accent1>
      <a:accent2>
        <a:srgbClr val="FFF3B8"/>
      </a:accent2>
      <a:accent3>
        <a:srgbClr val="4B2965"/>
      </a:accent3>
      <a:accent4>
        <a:srgbClr val="A1D884"/>
      </a:accent4>
      <a:accent5>
        <a:srgbClr val="541D23"/>
      </a:accent5>
      <a:accent6>
        <a:srgbClr val="54576E"/>
      </a:accent6>
      <a:hlink>
        <a:srgbClr val="1DB4F7"/>
      </a:hlink>
      <a:folHlink>
        <a:srgbClr val="954F72"/>
      </a:folHlink>
    </a:clrScheme>
    <a:fontScheme name="BoC Brand">
      <a:majorFont>
        <a:latin typeface="Poppi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 - Standard - Blue - Low contrast.potx" id="{31E47525-72D2-4D40-B7DD-A225002D8415}" vid="{E65990DE-E86B-42B1-B7AC-1C573905ED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2025 - Standard - Blue - Low contrast</Template>
  <TotalTime>0</TotalTime>
  <Words>479</Words>
  <Application>Microsoft Office PowerPoint</Application>
  <PresentationFormat>Widescreen</PresentationFormat>
  <Paragraphs>117</Paragraphs>
  <Slides>6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Arial</vt:lpstr>
      <vt:lpstr>Calibri</vt:lpstr>
      <vt:lpstr>Open Sans</vt:lpstr>
      <vt:lpstr>Poppins SemiBold</vt:lpstr>
      <vt:lpstr>Segoe Sans Display Semibold</vt:lpstr>
      <vt:lpstr>Segoe Sans Text</vt:lpstr>
      <vt:lpstr>Segoe UI</vt:lpstr>
      <vt:lpstr>Segoe UI Semibold</vt:lpstr>
      <vt:lpstr>Source Serif 4</vt:lpstr>
      <vt:lpstr>Office Theme</vt:lpstr>
      <vt:lpstr>BoC Copilot Studio Technology Zones</vt:lpstr>
      <vt:lpstr>DDS Platforms as a Self-Service (PaaSS). </vt:lpstr>
      <vt:lpstr>Gartner’s AI governance delivery spectrum</vt:lpstr>
      <vt:lpstr> BoC AI Platform as a Self-Service (AI-PaSS) for AI Agents </vt:lpstr>
      <vt:lpstr>Business-led AI Technology Zone - COPILOT STUDIO</vt:lpstr>
      <vt:lpstr> BoC AI Platform as a Self-Service (AI-PaSS) for AI Agents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Pavel Aleman</dc:creator>
  <cp:lastModifiedBy>Pavel Aleman</cp:lastModifiedBy>
  <cp:revision>1</cp:revision>
  <dcterms:created xsi:type="dcterms:W3CDTF">2025-12-15T02:09:41Z</dcterms:created>
  <dcterms:modified xsi:type="dcterms:W3CDTF">2026-02-11T19:11:27Z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Theme:9</vt:lpwstr>
  </property>
  <property fmtid="{D5CDD505-2E9C-101B-9397-08002B2CF9AE}" pid="3" name="ClassificationContentMarkingHeaderText">
    <vt:lpwstr>Category/Catégorie: Non-Sensitive/Non-Délicat</vt:lpwstr>
  </property>
  <property fmtid="{D5CDD505-2E9C-101B-9397-08002B2CF9AE}" pid="4" name="MSIP_Label_dc81af6f-5458-4314-a723-0da24552c8ab_Enabled">
    <vt:lpwstr>true</vt:lpwstr>
  </property>
  <property fmtid="{D5CDD505-2E9C-101B-9397-08002B2CF9AE}" pid="5" name="MSIP_Label_dc81af6f-5458-4314-a723-0da24552c8ab_SetDate">
    <vt:lpwstr>2024-10-21T15:14:28Z</vt:lpwstr>
  </property>
  <property fmtid="{D5CDD505-2E9C-101B-9397-08002B2CF9AE}" pid="6" name="MSIP_Label_dc81af6f-5458-4314-a723-0da24552c8ab_Method">
    <vt:lpwstr>Privileged</vt:lpwstr>
  </property>
  <property fmtid="{D5CDD505-2E9C-101B-9397-08002B2CF9AE}" pid="7" name="MSIP_Label_dc81af6f-5458-4314-a723-0da24552c8ab_Name">
    <vt:lpwstr>Uncategorized - Non catégorisé</vt:lpwstr>
  </property>
  <property fmtid="{D5CDD505-2E9C-101B-9397-08002B2CF9AE}" pid="8" name="MSIP_Label_dc81af6f-5458-4314-a723-0da24552c8ab_SiteId">
    <vt:lpwstr>164f988b-a2f4-4584-aeaa-21bd4a0234bc</vt:lpwstr>
  </property>
  <property fmtid="{D5CDD505-2E9C-101B-9397-08002B2CF9AE}" pid="9" name="MSIP_Label_dc81af6f-5458-4314-a723-0da24552c8ab_ActionId">
    <vt:lpwstr>a79f7d85-235f-4a55-9eca-ae458393fc8c</vt:lpwstr>
  </property>
  <property fmtid="{D5CDD505-2E9C-101B-9397-08002B2CF9AE}" pid="10" name="MSIP_Label_dc81af6f-5458-4314-a723-0da24552c8ab_ContentBits">
    <vt:lpwstr>0</vt:lpwstr>
  </property>
</Properties>
</file>